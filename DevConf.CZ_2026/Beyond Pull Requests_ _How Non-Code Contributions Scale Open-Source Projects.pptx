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 id="2147483677" r:id="rId2"/>
  </p:sldMasterIdLst>
  <p:notesMasterIdLst>
    <p:notesMasterId r:id="rId3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86" r:id="rId16"/>
    <p:sldId id="269" r:id="rId17"/>
    <p:sldId id="2147477553" r:id="rId18"/>
    <p:sldId id="2147477552" r:id="rId19"/>
    <p:sldId id="287" r:id="rId20"/>
    <p:sldId id="2147477554" r:id="rId21"/>
    <p:sldId id="2147477520" r:id="rId22"/>
    <p:sldId id="283" r:id="rId23"/>
    <p:sldId id="284" r:id="rId24"/>
    <p:sldId id="285" r:id="rId25"/>
    <p:sldId id="272" r:id="rId26"/>
    <p:sldId id="270" r:id="rId27"/>
    <p:sldId id="271" r:id="rId28"/>
    <p:sldId id="273" r:id="rId29"/>
    <p:sldId id="274" r:id="rId30"/>
    <p:sldId id="275" r:id="rId31"/>
    <p:sldId id="277" r:id="rId32"/>
    <p:sldId id="278" r:id="rId33"/>
    <p:sldId id="276" r:id="rId34"/>
    <p:sldId id="279" r:id="rId35"/>
  </p:sldIdLst>
  <p:sldSz cx="9144000" cy="5143500" type="screen16x9"/>
  <p:notesSz cx="6858000" cy="9144000"/>
  <p:embeddedFontLst>
    <p:embeddedFont>
      <p:font typeface="Montserrat" pitchFamily="2" charset="77"/>
      <p:regular r:id="rId37"/>
      <p:bold r:id="rId38"/>
      <p:italic r:id="rId39"/>
      <p:boldItalic r:id="rId40"/>
    </p:embeddedFont>
    <p:embeddedFont>
      <p:font typeface="Open Sans" panose="020B0606030504020204" pitchFamily="34" charset="0"/>
      <p:regular r:id="rId41"/>
      <p:bold r:id="rId42"/>
      <p:italic r:id="rId43"/>
      <p:boldItalic r:id="rId44"/>
    </p:embeddedFont>
    <p:embeddedFont>
      <p:font typeface="Open Sans ExtraBold" panose="020B0906030804020204" pitchFamily="34" charset="0"/>
      <p:bold r:id="rId45"/>
      <p:italic r:id="rId46"/>
      <p:boldItalic r:id="rId47"/>
    </p:embeddedFont>
    <p:embeddedFont>
      <p:font typeface="Open Sans Medium" panose="020F0502020204030204" pitchFamily="34" charset="0"/>
      <p:regular r:id="rId48"/>
      <p:bold r:id="rId49"/>
      <p:italic r:id="rId50"/>
      <p:boldItalic r:id="rId51"/>
    </p:embeddedFont>
    <p:embeddedFont>
      <p:font typeface="Roboto" panose="02000000000000000000" pitchFamily="2" charset="0"/>
      <p:regular r:id="rId52"/>
      <p:bold r:id="rId53"/>
      <p:italic r:id="rId54"/>
      <p:boldItalic r:id="rId55"/>
    </p:embeddedFont>
    <p:embeddedFont>
      <p:font typeface="Roboto Medium" panose="02000000000000000000" pitchFamily="2" charset="0"/>
      <p:regular r:id="rId56"/>
      <p:bold r:id="rId57"/>
      <p:italic r:id="rId58"/>
      <p:boldItalic r:id="rId59"/>
    </p:embeddedFont>
    <p:embeddedFont>
      <p:font typeface="Roboto Thin" panose="02000000000000000000" pitchFamily="2"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E70F2CA-B2E6-4924-A546-CD18965906D0}">
  <a:tblStyle styleId="{9E70F2CA-B2E6-4924-A546-CD18965906D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p:restoredTop sz="82514"/>
  </p:normalViewPr>
  <p:slideViewPr>
    <p:cSldViewPr snapToGrid="0">
      <p:cViewPr varScale="1">
        <p:scale>
          <a:sx n="172" d="100"/>
          <a:sy n="172" d="100"/>
        </p:scale>
        <p:origin x="840"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63" Type="http://schemas.openxmlformats.org/officeDocument/2006/relationships/font" Target="fonts/font27.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font" Target="fonts/font22.fntdata"/><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25.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1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font" Target="fonts/font23.fntdata"/><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5.fntdata"/><Relationship Id="rId54" Type="http://schemas.openxmlformats.org/officeDocument/2006/relationships/font" Target="fonts/font18.fntdata"/><Relationship Id="rId62" Type="http://schemas.openxmlformats.org/officeDocument/2006/relationships/font" Target="fonts/font26.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font" Target="fonts/font2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font" Target="fonts/font24.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3.fntdata"/></Relationships>
</file>

<file path=ppt/diagrams/_rels/data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 Id="rId6" Type="http://schemas.openxmlformats.org/officeDocument/2006/relationships/image" Target="../media/image42.svg"/><Relationship Id="rId5" Type="http://schemas.openxmlformats.org/officeDocument/2006/relationships/image" Target="../media/image41.sv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 Id="rId6" Type="http://schemas.openxmlformats.org/officeDocument/2006/relationships/image" Target="../media/image42.svg"/><Relationship Id="rId5" Type="http://schemas.openxmlformats.org/officeDocument/2006/relationships/image" Target="../media/image41.sv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C77865-17EE-45A5-B146-FA21CCAD3AE8}" type="doc">
      <dgm:prSet loTypeId="urn:microsoft.com/office/officeart/2018/2/layout/IconLabelList" loCatId="icon" qsTypeId="urn:microsoft.com/office/officeart/2005/8/quickstyle/simple1" qsCatId="simple" csTypeId="urn:microsoft.com/office/officeart/2005/8/colors/colorful5" csCatId="colorful" phldr="1"/>
      <dgm:spPr/>
      <dgm:t>
        <a:bodyPr/>
        <a:lstStyle/>
        <a:p>
          <a:endParaRPr lang="en-US"/>
        </a:p>
      </dgm:t>
    </dgm:pt>
    <dgm:pt modelId="{31EF3C40-81E8-496B-993E-8556AF374571}">
      <dgm:prSet/>
      <dgm:spPr/>
      <dgm:t>
        <a:bodyPr/>
        <a:lstStyle/>
        <a:p>
          <a:pPr>
            <a:lnSpc>
              <a:spcPct val="100000"/>
            </a:lnSpc>
          </a:pPr>
          <a:r>
            <a:rPr lang="en-US" b="0" i="0" dirty="0"/>
            <a:t>The Search Party</a:t>
          </a:r>
          <a:endParaRPr lang="en-US" dirty="0"/>
        </a:p>
      </dgm:t>
    </dgm:pt>
    <dgm:pt modelId="{6062AAAA-2E6F-4559-8D14-B068E2D5926A}" type="parTrans" cxnId="{9AC8E82D-FB3E-414D-B3FE-057E2D6964F8}">
      <dgm:prSet/>
      <dgm:spPr/>
      <dgm:t>
        <a:bodyPr/>
        <a:lstStyle/>
        <a:p>
          <a:endParaRPr lang="en-US"/>
        </a:p>
      </dgm:t>
    </dgm:pt>
    <dgm:pt modelId="{1D61CC91-8786-4797-9B3A-0E579C9FCB08}" type="sibTrans" cxnId="{9AC8E82D-FB3E-414D-B3FE-057E2D6964F8}">
      <dgm:prSet/>
      <dgm:spPr/>
      <dgm:t>
        <a:bodyPr/>
        <a:lstStyle/>
        <a:p>
          <a:endParaRPr lang="en-US"/>
        </a:p>
      </dgm:t>
    </dgm:pt>
    <dgm:pt modelId="{98DA50C8-6A75-447C-91F1-5BA934265315}">
      <dgm:prSet/>
      <dgm:spPr/>
      <dgm:t>
        <a:bodyPr/>
        <a:lstStyle/>
        <a:p>
          <a:pPr>
            <a:lnSpc>
              <a:spcPct val="100000"/>
            </a:lnSpc>
          </a:pPr>
          <a:r>
            <a:rPr lang="en-US" b="0" i="0" dirty="0"/>
            <a:t>Dev Triage &amp; TAG Meetings </a:t>
          </a:r>
          <a:endParaRPr lang="en-US" dirty="0"/>
        </a:p>
      </dgm:t>
    </dgm:pt>
    <dgm:pt modelId="{FEB922FB-AB54-4A65-8EFF-F557E18DE488}" type="parTrans" cxnId="{9D8D9794-53A1-4980-8BB1-3F62394F12C7}">
      <dgm:prSet/>
      <dgm:spPr/>
      <dgm:t>
        <a:bodyPr/>
        <a:lstStyle/>
        <a:p>
          <a:endParaRPr lang="en-US"/>
        </a:p>
      </dgm:t>
    </dgm:pt>
    <dgm:pt modelId="{DCABB3DB-4795-4FE2-8DB2-29182B9D884F}" type="sibTrans" cxnId="{9D8D9794-53A1-4980-8BB1-3F62394F12C7}">
      <dgm:prSet/>
      <dgm:spPr/>
      <dgm:t>
        <a:bodyPr/>
        <a:lstStyle/>
        <a:p>
          <a:endParaRPr lang="en-US"/>
        </a:p>
      </dgm:t>
    </dgm:pt>
    <dgm:pt modelId="{C078DEBE-9F02-4CCF-B740-338DC3116FC1}">
      <dgm:prSet/>
      <dgm:spPr/>
      <dgm:t>
        <a:bodyPr/>
        <a:lstStyle/>
        <a:p>
          <a:pPr>
            <a:lnSpc>
              <a:spcPct val="100000"/>
            </a:lnSpc>
          </a:pPr>
          <a:r>
            <a:rPr lang="en-US" b="0" i="0" dirty="0"/>
            <a:t>Blogging &amp; Social</a:t>
          </a:r>
          <a:endParaRPr lang="en-US" dirty="0"/>
        </a:p>
      </dgm:t>
    </dgm:pt>
    <dgm:pt modelId="{210CBDD8-683B-4801-BB7F-2554BDBA97DA}" type="parTrans" cxnId="{BBE454FD-5F6F-46FB-A4F6-051E4453A5C5}">
      <dgm:prSet/>
      <dgm:spPr/>
      <dgm:t>
        <a:bodyPr/>
        <a:lstStyle/>
        <a:p>
          <a:endParaRPr lang="en-US"/>
        </a:p>
      </dgm:t>
    </dgm:pt>
    <dgm:pt modelId="{EB3D12C3-F8F6-4B43-85C0-D8CCC7F9EBD1}" type="sibTrans" cxnId="{BBE454FD-5F6F-46FB-A4F6-051E4453A5C5}">
      <dgm:prSet/>
      <dgm:spPr/>
      <dgm:t>
        <a:bodyPr/>
        <a:lstStyle/>
        <a:p>
          <a:endParaRPr lang="en-US"/>
        </a:p>
      </dgm:t>
    </dgm:pt>
    <dgm:pt modelId="{ACA2B147-4A50-4EC9-A810-971EE42DEFA9}">
      <dgm:prSet/>
      <dgm:spPr/>
      <dgm:t>
        <a:bodyPr/>
        <a:lstStyle/>
        <a:p>
          <a:pPr>
            <a:lnSpc>
              <a:spcPct val="100000"/>
            </a:lnSpc>
          </a:pPr>
          <a:r>
            <a:rPr lang="en-US" b="0" i="0" dirty="0"/>
            <a:t>Forum &amp; Slack</a:t>
          </a:r>
          <a:endParaRPr lang="en-US" dirty="0"/>
        </a:p>
      </dgm:t>
    </dgm:pt>
    <dgm:pt modelId="{249A0A28-6303-4D73-9C26-E758990681F0}" type="parTrans" cxnId="{DA4F9F6D-4D81-455D-AD76-E93BB874B016}">
      <dgm:prSet/>
      <dgm:spPr/>
      <dgm:t>
        <a:bodyPr/>
        <a:lstStyle/>
        <a:p>
          <a:endParaRPr lang="en-US"/>
        </a:p>
      </dgm:t>
    </dgm:pt>
    <dgm:pt modelId="{D7AFD51D-A600-447F-B079-D7A9DCAC41F1}" type="sibTrans" cxnId="{DA4F9F6D-4D81-455D-AD76-E93BB874B016}">
      <dgm:prSet/>
      <dgm:spPr/>
      <dgm:t>
        <a:bodyPr/>
        <a:lstStyle/>
        <a:p>
          <a:endParaRPr lang="en-US"/>
        </a:p>
      </dgm:t>
    </dgm:pt>
    <dgm:pt modelId="{4F444AC1-FDDC-E24B-A6B7-3052FF79A663}">
      <dgm:prSet/>
      <dgm:spPr/>
      <dgm:t>
        <a:bodyPr/>
        <a:lstStyle/>
        <a:p>
          <a:pPr>
            <a:lnSpc>
              <a:spcPct val="100000"/>
            </a:lnSpc>
          </a:pPr>
          <a:r>
            <a:rPr lang="en-US" dirty="0"/>
            <a:t>Document how to get involved</a:t>
          </a:r>
        </a:p>
      </dgm:t>
    </dgm:pt>
    <dgm:pt modelId="{DBB508FC-5AAE-7249-8F7F-CFFFE360BAE5}" type="parTrans" cxnId="{959E0A45-167E-8A4A-9D3D-F567179305E6}">
      <dgm:prSet/>
      <dgm:spPr/>
      <dgm:t>
        <a:bodyPr/>
        <a:lstStyle/>
        <a:p>
          <a:endParaRPr lang="en-US"/>
        </a:p>
      </dgm:t>
    </dgm:pt>
    <dgm:pt modelId="{C5BB4E9F-B15D-734D-801B-ACB0B7500B00}" type="sibTrans" cxnId="{959E0A45-167E-8A4A-9D3D-F567179305E6}">
      <dgm:prSet/>
      <dgm:spPr/>
      <dgm:t>
        <a:bodyPr/>
        <a:lstStyle/>
        <a:p>
          <a:endParaRPr lang="en-US"/>
        </a:p>
      </dgm:t>
    </dgm:pt>
    <dgm:pt modelId="{DE8DE744-B5B7-4442-B68E-94D88AE79350}">
      <dgm:prSet/>
      <dgm:spPr/>
      <dgm:t>
        <a:bodyPr/>
        <a:lstStyle/>
        <a:p>
          <a:pPr>
            <a:lnSpc>
              <a:spcPct val="100000"/>
            </a:lnSpc>
          </a:pPr>
          <a:r>
            <a:rPr lang="en-US" dirty="0"/>
            <a:t>User Groups &amp; Conferences</a:t>
          </a:r>
        </a:p>
      </dgm:t>
    </dgm:pt>
    <dgm:pt modelId="{7EE8E66E-FB43-C54A-A637-982DAA299303}" type="parTrans" cxnId="{8FA8A0F6-8FB4-FD42-9BD4-4C79D38692EF}">
      <dgm:prSet/>
      <dgm:spPr/>
      <dgm:t>
        <a:bodyPr/>
        <a:lstStyle/>
        <a:p>
          <a:endParaRPr lang="en-US"/>
        </a:p>
      </dgm:t>
    </dgm:pt>
    <dgm:pt modelId="{9A967EFA-F2A8-D242-ACDE-51E28E175AB8}" type="sibTrans" cxnId="{8FA8A0F6-8FB4-FD42-9BD4-4C79D38692EF}">
      <dgm:prSet/>
      <dgm:spPr/>
      <dgm:t>
        <a:bodyPr/>
        <a:lstStyle/>
        <a:p>
          <a:endParaRPr lang="en-US"/>
        </a:p>
      </dgm:t>
    </dgm:pt>
    <dgm:pt modelId="{F4704032-B68E-43A2-A784-37FB7D2907DB}" type="pres">
      <dgm:prSet presAssocID="{20C77865-17EE-45A5-B146-FA21CCAD3AE8}" presName="root" presStyleCnt="0">
        <dgm:presLayoutVars>
          <dgm:dir/>
          <dgm:resizeHandles val="exact"/>
        </dgm:presLayoutVars>
      </dgm:prSet>
      <dgm:spPr/>
    </dgm:pt>
    <dgm:pt modelId="{A4419324-BD4A-447C-AFE6-58B427B8D8AB}" type="pres">
      <dgm:prSet presAssocID="{31EF3C40-81E8-496B-993E-8556AF374571}" presName="compNode" presStyleCnt="0"/>
      <dgm:spPr/>
    </dgm:pt>
    <dgm:pt modelId="{AA9859F1-026A-4342-8452-A73A0D6684AB}" type="pres">
      <dgm:prSet presAssocID="{31EF3C40-81E8-496B-993E-8556AF37457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roup"/>
        </a:ext>
      </dgm:extLst>
    </dgm:pt>
    <dgm:pt modelId="{B126228B-A590-4038-9036-BF9EE4C950B3}" type="pres">
      <dgm:prSet presAssocID="{31EF3C40-81E8-496B-993E-8556AF374571}" presName="spaceRect" presStyleCnt="0"/>
      <dgm:spPr/>
    </dgm:pt>
    <dgm:pt modelId="{1EBB4D64-FB2F-428C-894C-40F38C66527E}" type="pres">
      <dgm:prSet presAssocID="{31EF3C40-81E8-496B-993E-8556AF374571}" presName="textRect" presStyleLbl="revTx" presStyleIdx="0" presStyleCnt="6">
        <dgm:presLayoutVars>
          <dgm:chMax val="1"/>
          <dgm:chPref val="1"/>
        </dgm:presLayoutVars>
      </dgm:prSet>
      <dgm:spPr/>
    </dgm:pt>
    <dgm:pt modelId="{2F85D39E-09E5-4B0E-AB56-0DFBF0E9E289}" type="pres">
      <dgm:prSet presAssocID="{1D61CC91-8786-4797-9B3A-0E579C9FCB08}" presName="sibTrans" presStyleCnt="0"/>
      <dgm:spPr/>
    </dgm:pt>
    <dgm:pt modelId="{9B4A5354-5FDC-48B8-B0AF-FD4E295A2A28}" type="pres">
      <dgm:prSet presAssocID="{98DA50C8-6A75-447C-91F1-5BA934265315}" presName="compNode" presStyleCnt="0"/>
      <dgm:spPr/>
    </dgm:pt>
    <dgm:pt modelId="{5E670444-DF9B-4E21-8AAA-43715B6A7C54}" type="pres">
      <dgm:prSet presAssocID="{98DA50C8-6A75-447C-91F1-5BA934265315}"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eting"/>
        </a:ext>
      </dgm:extLst>
    </dgm:pt>
    <dgm:pt modelId="{6A704198-4CA1-4AE5-B648-934E66484929}" type="pres">
      <dgm:prSet presAssocID="{98DA50C8-6A75-447C-91F1-5BA934265315}" presName="spaceRect" presStyleCnt="0"/>
      <dgm:spPr/>
    </dgm:pt>
    <dgm:pt modelId="{C8D8150A-43B2-4175-A650-4EF6C2763DC4}" type="pres">
      <dgm:prSet presAssocID="{98DA50C8-6A75-447C-91F1-5BA934265315}" presName="textRect" presStyleLbl="revTx" presStyleIdx="1" presStyleCnt="6">
        <dgm:presLayoutVars>
          <dgm:chMax val="1"/>
          <dgm:chPref val="1"/>
        </dgm:presLayoutVars>
      </dgm:prSet>
      <dgm:spPr/>
    </dgm:pt>
    <dgm:pt modelId="{4F34F369-EDB0-422D-B659-79783F3E15F3}" type="pres">
      <dgm:prSet presAssocID="{DCABB3DB-4795-4FE2-8DB2-29182B9D884F}" presName="sibTrans" presStyleCnt="0"/>
      <dgm:spPr/>
    </dgm:pt>
    <dgm:pt modelId="{154F5D05-B828-4983-B8B6-A6D6A7C66E3B}" type="pres">
      <dgm:prSet presAssocID="{C078DEBE-9F02-4CCF-B740-338DC3116FC1}" presName="compNode" presStyleCnt="0"/>
      <dgm:spPr/>
    </dgm:pt>
    <dgm:pt modelId="{116E6954-60DB-49CB-9FFB-920E11C09B56}" type="pres">
      <dgm:prSet presAssocID="{C078DEBE-9F02-4CCF-B740-338DC3116FC1}"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odcast"/>
        </a:ext>
      </dgm:extLst>
    </dgm:pt>
    <dgm:pt modelId="{A87D8B77-3B4A-4208-877C-4D304A579CD5}" type="pres">
      <dgm:prSet presAssocID="{C078DEBE-9F02-4CCF-B740-338DC3116FC1}" presName="spaceRect" presStyleCnt="0"/>
      <dgm:spPr/>
    </dgm:pt>
    <dgm:pt modelId="{32A92757-2DAA-4CD7-8E57-038B7A67773E}" type="pres">
      <dgm:prSet presAssocID="{C078DEBE-9F02-4CCF-B740-338DC3116FC1}" presName="textRect" presStyleLbl="revTx" presStyleIdx="2" presStyleCnt="6">
        <dgm:presLayoutVars>
          <dgm:chMax val="1"/>
          <dgm:chPref val="1"/>
        </dgm:presLayoutVars>
      </dgm:prSet>
      <dgm:spPr/>
    </dgm:pt>
    <dgm:pt modelId="{AB888D79-BA0B-4CF9-B6D6-BD66DF5C6D6A}" type="pres">
      <dgm:prSet presAssocID="{EB3D12C3-F8F6-4B43-85C0-D8CCC7F9EBD1}" presName="sibTrans" presStyleCnt="0"/>
      <dgm:spPr/>
    </dgm:pt>
    <dgm:pt modelId="{BFD18D1A-070E-4512-95E4-B9B86BBB6196}" type="pres">
      <dgm:prSet presAssocID="{ACA2B147-4A50-4EC9-A810-971EE42DEFA9}" presName="compNode" presStyleCnt="0"/>
      <dgm:spPr/>
    </dgm:pt>
    <dgm:pt modelId="{0E5609A7-3714-419C-9DEF-234D595D6879}" type="pres">
      <dgm:prSet presAssocID="{ACA2B147-4A50-4EC9-A810-971EE42DEFA9}"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ubtitles"/>
        </a:ext>
      </dgm:extLst>
    </dgm:pt>
    <dgm:pt modelId="{39C018DC-4521-4196-A3F4-5FBA5E0DAA43}" type="pres">
      <dgm:prSet presAssocID="{ACA2B147-4A50-4EC9-A810-971EE42DEFA9}" presName="spaceRect" presStyleCnt="0"/>
      <dgm:spPr/>
    </dgm:pt>
    <dgm:pt modelId="{D130EDB3-A15F-4028-83A8-B50301621639}" type="pres">
      <dgm:prSet presAssocID="{ACA2B147-4A50-4EC9-A810-971EE42DEFA9}" presName="textRect" presStyleLbl="revTx" presStyleIdx="3" presStyleCnt="6">
        <dgm:presLayoutVars>
          <dgm:chMax val="1"/>
          <dgm:chPref val="1"/>
        </dgm:presLayoutVars>
      </dgm:prSet>
      <dgm:spPr/>
    </dgm:pt>
    <dgm:pt modelId="{2EE41253-C4BB-4D43-80F5-9F03EC9B2AEB}" type="pres">
      <dgm:prSet presAssocID="{D7AFD51D-A600-447F-B079-D7A9DCAC41F1}" presName="sibTrans" presStyleCnt="0"/>
      <dgm:spPr/>
    </dgm:pt>
    <dgm:pt modelId="{AEF8DC89-40B5-1241-9E85-CCBEAEE47D52}" type="pres">
      <dgm:prSet presAssocID="{4F444AC1-FDDC-E24B-A6B7-3052FF79A663}" presName="compNode" presStyleCnt="0"/>
      <dgm:spPr/>
    </dgm:pt>
    <dgm:pt modelId="{0AE40F35-7712-A143-9931-38C371037C93}" type="pres">
      <dgm:prSet presAssocID="{4F444AC1-FDDC-E24B-A6B7-3052FF79A663}" presName="iconRect" presStyleLbl="node1" presStyleIdx="4" presStyleCnt="6"/>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Books with solid fill"/>
        </a:ext>
      </dgm:extLst>
    </dgm:pt>
    <dgm:pt modelId="{6F99F34F-5386-BE47-9BAF-EE1197FA9272}" type="pres">
      <dgm:prSet presAssocID="{4F444AC1-FDDC-E24B-A6B7-3052FF79A663}" presName="spaceRect" presStyleCnt="0"/>
      <dgm:spPr/>
    </dgm:pt>
    <dgm:pt modelId="{5C2926D3-5470-0544-BD63-04506F0EFB03}" type="pres">
      <dgm:prSet presAssocID="{4F444AC1-FDDC-E24B-A6B7-3052FF79A663}" presName="textRect" presStyleLbl="revTx" presStyleIdx="4" presStyleCnt="6">
        <dgm:presLayoutVars>
          <dgm:chMax val="1"/>
          <dgm:chPref val="1"/>
        </dgm:presLayoutVars>
      </dgm:prSet>
      <dgm:spPr/>
    </dgm:pt>
    <dgm:pt modelId="{469DB921-D38A-574E-B24B-E51B1E6AA88F}" type="pres">
      <dgm:prSet presAssocID="{C5BB4E9F-B15D-734D-801B-ACB0B7500B00}" presName="sibTrans" presStyleCnt="0"/>
      <dgm:spPr/>
    </dgm:pt>
    <dgm:pt modelId="{2CBD498E-18B8-1746-B3F7-7479E4D95612}" type="pres">
      <dgm:prSet presAssocID="{DE8DE744-B5B7-4442-B68E-94D88AE79350}" presName="compNode" presStyleCnt="0"/>
      <dgm:spPr/>
    </dgm:pt>
    <dgm:pt modelId="{5875D06E-1388-AA44-BBFA-6DF477221035}" type="pres">
      <dgm:prSet presAssocID="{DE8DE744-B5B7-4442-B68E-94D88AE79350}" presName="iconRect" presStyleLbl="node1" presStyleIdx="5" presStyleCnt="6"/>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Group of people with solid fill"/>
        </a:ext>
      </dgm:extLst>
    </dgm:pt>
    <dgm:pt modelId="{ED14990C-F30D-7F45-B6AC-3E9390026117}" type="pres">
      <dgm:prSet presAssocID="{DE8DE744-B5B7-4442-B68E-94D88AE79350}" presName="spaceRect" presStyleCnt="0"/>
      <dgm:spPr/>
    </dgm:pt>
    <dgm:pt modelId="{19A3A0A6-F595-4C45-80AE-8B15CD1E2377}" type="pres">
      <dgm:prSet presAssocID="{DE8DE744-B5B7-4442-B68E-94D88AE79350}" presName="textRect" presStyleLbl="revTx" presStyleIdx="5" presStyleCnt="6">
        <dgm:presLayoutVars>
          <dgm:chMax val="1"/>
          <dgm:chPref val="1"/>
        </dgm:presLayoutVars>
      </dgm:prSet>
      <dgm:spPr/>
    </dgm:pt>
  </dgm:ptLst>
  <dgm:cxnLst>
    <dgm:cxn modelId="{9AC8E82D-FB3E-414D-B3FE-057E2D6964F8}" srcId="{20C77865-17EE-45A5-B146-FA21CCAD3AE8}" destId="{31EF3C40-81E8-496B-993E-8556AF374571}" srcOrd="0" destOrd="0" parTransId="{6062AAAA-2E6F-4559-8D14-B068E2D5926A}" sibTransId="{1D61CC91-8786-4797-9B3A-0E579C9FCB08}"/>
    <dgm:cxn modelId="{95F4E641-CA00-1248-BCF2-0A601D68CBBD}" type="presOf" srcId="{DE8DE744-B5B7-4442-B68E-94D88AE79350}" destId="{19A3A0A6-F595-4C45-80AE-8B15CD1E2377}" srcOrd="0" destOrd="0" presId="urn:microsoft.com/office/officeart/2018/2/layout/IconLabelList"/>
    <dgm:cxn modelId="{959E0A45-167E-8A4A-9D3D-F567179305E6}" srcId="{20C77865-17EE-45A5-B146-FA21CCAD3AE8}" destId="{4F444AC1-FDDC-E24B-A6B7-3052FF79A663}" srcOrd="4" destOrd="0" parTransId="{DBB508FC-5AAE-7249-8F7F-CFFFE360BAE5}" sibTransId="{C5BB4E9F-B15D-734D-801B-ACB0B7500B00}"/>
    <dgm:cxn modelId="{7173845F-F32E-AB4E-A152-BC8FF56C6A47}" type="presOf" srcId="{C078DEBE-9F02-4CCF-B740-338DC3116FC1}" destId="{32A92757-2DAA-4CD7-8E57-038B7A67773E}" srcOrd="0" destOrd="0" presId="urn:microsoft.com/office/officeart/2018/2/layout/IconLabelList"/>
    <dgm:cxn modelId="{DA4F9F6D-4D81-455D-AD76-E93BB874B016}" srcId="{20C77865-17EE-45A5-B146-FA21CCAD3AE8}" destId="{ACA2B147-4A50-4EC9-A810-971EE42DEFA9}" srcOrd="3" destOrd="0" parTransId="{249A0A28-6303-4D73-9C26-E758990681F0}" sibTransId="{D7AFD51D-A600-447F-B079-D7A9DCAC41F1}"/>
    <dgm:cxn modelId="{A5E4D06D-DC9D-F84A-8057-9BFE383631AB}" type="presOf" srcId="{ACA2B147-4A50-4EC9-A810-971EE42DEFA9}" destId="{D130EDB3-A15F-4028-83A8-B50301621639}" srcOrd="0" destOrd="0" presId="urn:microsoft.com/office/officeart/2018/2/layout/IconLabelList"/>
    <dgm:cxn modelId="{9D8D9794-53A1-4980-8BB1-3F62394F12C7}" srcId="{20C77865-17EE-45A5-B146-FA21CCAD3AE8}" destId="{98DA50C8-6A75-447C-91F1-5BA934265315}" srcOrd="1" destOrd="0" parTransId="{FEB922FB-AB54-4A65-8EFF-F557E18DE488}" sibTransId="{DCABB3DB-4795-4FE2-8DB2-29182B9D884F}"/>
    <dgm:cxn modelId="{01F5FBBA-5F5C-3B45-A21A-97C8F2FF535C}" type="presOf" srcId="{20C77865-17EE-45A5-B146-FA21CCAD3AE8}" destId="{F4704032-B68E-43A2-A784-37FB7D2907DB}" srcOrd="0" destOrd="0" presId="urn:microsoft.com/office/officeart/2018/2/layout/IconLabelList"/>
    <dgm:cxn modelId="{362B4FD1-D7B8-DA40-963D-5F352DB9853A}" type="presOf" srcId="{4F444AC1-FDDC-E24B-A6B7-3052FF79A663}" destId="{5C2926D3-5470-0544-BD63-04506F0EFB03}" srcOrd="0" destOrd="0" presId="urn:microsoft.com/office/officeart/2018/2/layout/IconLabelList"/>
    <dgm:cxn modelId="{8FA8A0F6-8FB4-FD42-9BD4-4C79D38692EF}" srcId="{20C77865-17EE-45A5-B146-FA21CCAD3AE8}" destId="{DE8DE744-B5B7-4442-B68E-94D88AE79350}" srcOrd="5" destOrd="0" parTransId="{7EE8E66E-FB43-C54A-A637-982DAA299303}" sibTransId="{9A967EFA-F2A8-D242-ACDE-51E28E175AB8}"/>
    <dgm:cxn modelId="{07378EF8-9A7E-084C-A3FE-322349626FD0}" type="presOf" srcId="{98DA50C8-6A75-447C-91F1-5BA934265315}" destId="{C8D8150A-43B2-4175-A650-4EF6C2763DC4}" srcOrd="0" destOrd="0" presId="urn:microsoft.com/office/officeart/2018/2/layout/IconLabelList"/>
    <dgm:cxn modelId="{BBE454FD-5F6F-46FB-A4F6-051E4453A5C5}" srcId="{20C77865-17EE-45A5-B146-FA21CCAD3AE8}" destId="{C078DEBE-9F02-4CCF-B740-338DC3116FC1}" srcOrd="2" destOrd="0" parTransId="{210CBDD8-683B-4801-BB7F-2554BDBA97DA}" sibTransId="{EB3D12C3-F8F6-4B43-85C0-D8CCC7F9EBD1}"/>
    <dgm:cxn modelId="{7A579DFF-076A-8447-AF7B-EE050A23397A}" type="presOf" srcId="{31EF3C40-81E8-496B-993E-8556AF374571}" destId="{1EBB4D64-FB2F-428C-894C-40F38C66527E}" srcOrd="0" destOrd="0" presId="urn:microsoft.com/office/officeart/2018/2/layout/IconLabelList"/>
    <dgm:cxn modelId="{86F2C6CF-1D9D-B74F-9362-C1BC7E0C52B2}" type="presParOf" srcId="{F4704032-B68E-43A2-A784-37FB7D2907DB}" destId="{A4419324-BD4A-447C-AFE6-58B427B8D8AB}" srcOrd="0" destOrd="0" presId="urn:microsoft.com/office/officeart/2018/2/layout/IconLabelList"/>
    <dgm:cxn modelId="{947FA07B-426B-F241-9B5E-FA87DC65C560}" type="presParOf" srcId="{A4419324-BD4A-447C-AFE6-58B427B8D8AB}" destId="{AA9859F1-026A-4342-8452-A73A0D6684AB}" srcOrd="0" destOrd="0" presId="urn:microsoft.com/office/officeart/2018/2/layout/IconLabelList"/>
    <dgm:cxn modelId="{30437B58-ABAF-AC47-BE7A-8CE1C7613D9F}" type="presParOf" srcId="{A4419324-BD4A-447C-AFE6-58B427B8D8AB}" destId="{B126228B-A590-4038-9036-BF9EE4C950B3}" srcOrd="1" destOrd="0" presId="urn:microsoft.com/office/officeart/2018/2/layout/IconLabelList"/>
    <dgm:cxn modelId="{2DE2152D-1CF8-604D-89BE-E08EA7C0EF26}" type="presParOf" srcId="{A4419324-BD4A-447C-AFE6-58B427B8D8AB}" destId="{1EBB4D64-FB2F-428C-894C-40F38C66527E}" srcOrd="2" destOrd="0" presId="urn:microsoft.com/office/officeart/2018/2/layout/IconLabelList"/>
    <dgm:cxn modelId="{2E82064D-8857-5B40-B8A8-06C27EA51E7C}" type="presParOf" srcId="{F4704032-B68E-43A2-A784-37FB7D2907DB}" destId="{2F85D39E-09E5-4B0E-AB56-0DFBF0E9E289}" srcOrd="1" destOrd="0" presId="urn:microsoft.com/office/officeart/2018/2/layout/IconLabelList"/>
    <dgm:cxn modelId="{3857515C-025B-0747-A81C-A2A519E24AE3}" type="presParOf" srcId="{F4704032-B68E-43A2-A784-37FB7D2907DB}" destId="{9B4A5354-5FDC-48B8-B0AF-FD4E295A2A28}" srcOrd="2" destOrd="0" presId="urn:microsoft.com/office/officeart/2018/2/layout/IconLabelList"/>
    <dgm:cxn modelId="{BF0E73F6-AD67-6A48-9176-A1C5581107C1}" type="presParOf" srcId="{9B4A5354-5FDC-48B8-B0AF-FD4E295A2A28}" destId="{5E670444-DF9B-4E21-8AAA-43715B6A7C54}" srcOrd="0" destOrd="0" presId="urn:microsoft.com/office/officeart/2018/2/layout/IconLabelList"/>
    <dgm:cxn modelId="{CCB8B4AB-3357-5C4B-BCE8-5188D3A7F30B}" type="presParOf" srcId="{9B4A5354-5FDC-48B8-B0AF-FD4E295A2A28}" destId="{6A704198-4CA1-4AE5-B648-934E66484929}" srcOrd="1" destOrd="0" presId="urn:microsoft.com/office/officeart/2018/2/layout/IconLabelList"/>
    <dgm:cxn modelId="{CB2F9E11-8491-D541-A8B4-6F326F85DCD3}" type="presParOf" srcId="{9B4A5354-5FDC-48B8-B0AF-FD4E295A2A28}" destId="{C8D8150A-43B2-4175-A650-4EF6C2763DC4}" srcOrd="2" destOrd="0" presId="urn:microsoft.com/office/officeart/2018/2/layout/IconLabelList"/>
    <dgm:cxn modelId="{55082D43-11CD-E345-8C8E-EFFAB52964EE}" type="presParOf" srcId="{F4704032-B68E-43A2-A784-37FB7D2907DB}" destId="{4F34F369-EDB0-422D-B659-79783F3E15F3}" srcOrd="3" destOrd="0" presId="urn:microsoft.com/office/officeart/2018/2/layout/IconLabelList"/>
    <dgm:cxn modelId="{60A61BCB-9434-8640-ABB7-5DE063BE441C}" type="presParOf" srcId="{F4704032-B68E-43A2-A784-37FB7D2907DB}" destId="{154F5D05-B828-4983-B8B6-A6D6A7C66E3B}" srcOrd="4" destOrd="0" presId="urn:microsoft.com/office/officeart/2018/2/layout/IconLabelList"/>
    <dgm:cxn modelId="{0EC8803D-9EE4-8B41-8C44-DF61D78D664D}" type="presParOf" srcId="{154F5D05-B828-4983-B8B6-A6D6A7C66E3B}" destId="{116E6954-60DB-49CB-9FFB-920E11C09B56}" srcOrd="0" destOrd="0" presId="urn:microsoft.com/office/officeart/2018/2/layout/IconLabelList"/>
    <dgm:cxn modelId="{603A8D33-457C-CC4C-A971-D1FBB134C419}" type="presParOf" srcId="{154F5D05-B828-4983-B8B6-A6D6A7C66E3B}" destId="{A87D8B77-3B4A-4208-877C-4D304A579CD5}" srcOrd="1" destOrd="0" presId="urn:microsoft.com/office/officeart/2018/2/layout/IconLabelList"/>
    <dgm:cxn modelId="{82828EF7-0739-2843-A4A6-B70DFAF6AA9A}" type="presParOf" srcId="{154F5D05-B828-4983-B8B6-A6D6A7C66E3B}" destId="{32A92757-2DAA-4CD7-8E57-038B7A67773E}" srcOrd="2" destOrd="0" presId="urn:microsoft.com/office/officeart/2018/2/layout/IconLabelList"/>
    <dgm:cxn modelId="{509ED226-9217-B847-83A0-CA767EF2D016}" type="presParOf" srcId="{F4704032-B68E-43A2-A784-37FB7D2907DB}" destId="{AB888D79-BA0B-4CF9-B6D6-BD66DF5C6D6A}" srcOrd="5" destOrd="0" presId="urn:microsoft.com/office/officeart/2018/2/layout/IconLabelList"/>
    <dgm:cxn modelId="{602C89DD-C109-AA4F-A35A-2A983F1AE0FC}" type="presParOf" srcId="{F4704032-B68E-43A2-A784-37FB7D2907DB}" destId="{BFD18D1A-070E-4512-95E4-B9B86BBB6196}" srcOrd="6" destOrd="0" presId="urn:microsoft.com/office/officeart/2018/2/layout/IconLabelList"/>
    <dgm:cxn modelId="{0BE92240-43A4-064F-AC14-C9845FFE9B4B}" type="presParOf" srcId="{BFD18D1A-070E-4512-95E4-B9B86BBB6196}" destId="{0E5609A7-3714-419C-9DEF-234D595D6879}" srcOrd="0" destOrd="0" presId="urn:microsoft.com/office/officeart/2018/2/layout/IconLabelList"/>
    <dgm:cxn modelId="{1183DD26-28AA-0040-998E-0378E2EE37D0}" type="presParOf" srcId="{BFD18D1A-070E-4512-95E4-B9B86BBB6196}" destId="{39C018DC-4521-4196-A3F4-5FBA5E0DAA43}" srcOrd="1" destOrd="0" presId="urn:microsoft.com/office/officeart/2018/2/layout/IconLabelList"/>
    <dgm:cxn modelId="{685164B1-6977-C74E-92B4-DB9B9D821841}" type="presParOf" srcId="{BFD18D1A-070E-4512-95E4-B9B86BBB6196}" destId="{D130EDB3-A15F-4028-83A8-B50301621639}" srcOrd="2" destOrd="0" presId="urn:microsoft.com/office/officeart/2018/2/layout/IconLabelList"/>
    <dgm:cxn modelId="{C259F819-F269-9C44-BCAD-20AE59429D1E}" type="presParOf" srcId="{F4704032-B68E-43A2-A784-37FB7D2907DB}" destId="{2EE41253-C4BB-4D43-80F5-9F03EC9B2AEB}" srcOrd="7" destOrd="0" presId="urn:microsoft.com/office/officeart/2018/2/layout/IconLabelList"/>
    <dgm:cxn modelId="{DC5AADC5-E571-614C-8BC5-5BA18CC22BB4}" type="presParOf" srcId="{F4704032-B68E-43A2-A784-37FB7D2907DB}" destId="{AEF8DC89-40B5-1241-9E85-CCBEAEE47D52}" srcOrd="8" destOrd="0" presId="urn:microsoft.com/office/officeart/2018/2/layout/IconLabelList"/>
    <dgm:cxn modelId="{AC8F1BCA-623E-5B43-AA27-22F27704476E}" type="presParOf" srcId="{AEF8DC89-40B5-1241-9E85-CCBEAEE47D52}" destId="{0AE40F35-7712-A143-9931-38C371037C93}" srcOrd="0" destOrd="0" presId="urn:microsoft.com/office/officeart/2018/2/layout/IconLabelList"/>
    <dgm:cxn modelId="{73880A9B-CD80-064E-84FA-D18F7B3D6B4F}" type="presParOf" srcId="{AEF8DC89-40B5-1241-9E85-CCBEAEE47D52}" destId="{6F99F34F-5386-BE47-9BAF-EE1197FA9272}" srcOrd="1" destOrd="0" presId="urn:microsoft.com/office/officeart/2018/2/layout/IconLabelList"/>
    <dgm:cxn modelId="{77F838B2-0355-AB4A-9283-B91D7A502300}" type="presParOf" srcId="{AEF8DC89-40B5-1241-9E85-CCBEAEE47D52}" destId="{5C2926D3-5470-0544-BD63-04506F0EFB03}" srcOrd="2" destOrd="0" presId="urn:microsoft.com/office/officeart/2018/2/layout/IconLabelList"/>
    <dgm:cxn modelId="{CEE11F23-CE75-4844-9C13-2930D70E5986}" type="presParOf" srcId="{F4704032-B68E-43A2-A784-37FB7D2907DB}" destId="{469DB921-D38A-574E-B24B-E51B1E6AA88F}" srcOrd="9" destOrd="0" presId="urn:microsoft.com/office/officeart/2018/2/layout/IconLabelList"/>
    <dgm:cxn modelId="{F3F30CA2-D5E1-C84B-8F4C-CAF641AFAC85}" type="presParOf" srcId="{F4704032-B68E-43A2-A784-37FB7D2907DB}" destId="{2CBD498E-18B8-1746-B3F7-7479E4D95612}" srcOrd="10" destOrd="0" presId="urn:microsoft.com/office/officeart/2018/2/layout/IconLabelList"/>
    <dgm:cxn modelId="{075B6D2F-9631-9F40-9593-AE364615BFF3}" type="presParOf" srcId="{2CBD498E-18B8-1746-B3F7-7479E4D95612}" destId="{5875D06E-1388-AA44-BBFA-6DF477221035}" srcOrd="0" destOrd="0" presId="urn:microsoft.com/office/officeart/2018/2/layout/IconLabelList"/>
    <dgm:cxn modelId="{81420AC9-58F0-B94E-9695-63938C2680F0}" type="presParOf" srcId="{2CBD498E-18B8-1746-B3F7-7479E4D95612}" destId="{ED14990C-F30D-7F45-B6AC-3E9390026117}" srcOrd="1" destOrd="0" presId="urn:microsoft.com/office/officeart/2018/2/layout/IconLabelList"/>
    <dgm:cxn modelId="{485FC55B-0F87-474E-BF7E-394251C9E47D}" type="presParOf" srcId="{2CBD498E-18B8-1746-B3F7-7479E4D95612}" destId="{19A3A0A6-F595-4C45-80AE-8B15CD1E237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859F1-026A-4342-8452-A73A0D6684AB}">
      <dsp:nvSpPr>
        <dsp:cNvPr id="0" name=""/>
        <dsp:cNvSpPr/>
      </dsp:nvSpPr>
      <dsp:spPr>
        <a:xfrm>
          <a:off x="576043" y="200769"/>
          <a:ext cx="562412" cy="5624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BB4D64-FB2F-428C-894C-40F38C66527E}">
      <dsp:nvSpPr>
        <dsp:cNvPr id="0" name=""/>
        <dsp:cNvSpPr/>
      </dsp:nvSpPr>
      <dsp:spPr>
        <a:xfrm>
          <a:off x="232346" y="950705"/>
          <a:ext cx="1249804" cy="49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dirty="0"/>
            <a:t>The Search Party</a:t>
          </a:r>
          <a:endParaRPr lang="en-US" sz="1400" kern="1200" dirty="0"/>
        </a:p>
      </dsp:txBody>
      <dsp:txXfrm>
        <a:off x="232346" y="950705"/>
        <a:ext cx="1249804" cy="499921"/>
      </dsp:txXfrm>
    </dsp:sp>
    <dsp:sp modelId="{5E670444-DF9B-4E21-8AAA-43715B6A7C54}">
      <dsp:nvSpPr>
        <dsp:cNvPr id="0" name=""/>
        <dsp:cNvSpPr/>
      </dsp:nvSpPr>
      <dsp:spPr>
        <a:xfrm>
          <a:off x="2044563" y="200769"/>
          <a:ext cx="562412" cy="5624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D8150A-43B2-4175-A650-4EF6C2763DC4}">
      <dsp:nvSpPr>
        <dsp:cNvPr id="0" name=""/>
        <dsp:cNvSpPr/>
      </dsp:nvSpPr>
      <dsp:spPr>
        <a:xfrm>
          <a:off x="1700867" y="950705"/>
          <a:ext cx="1249804" cy="49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dirty="0"/>
            <a:t>Dev Triage &amp; TAG Meetings </a:t>
          </a:r>
          <a:endParaRPr lang="en-US" sz="1400" kern="1200" dirty="0"/>
        </a:p>
      </dsp:txBody>
      <dsp:txXfrm>
        <a:off x="1700867" y="950705"/>
        <a:ext cx="1249804" cy="499921"/>
      </dsp:txXfrm>
    </dsp:sp>
    <dsp:sp modelId="{116E6954-60DB-49CB-9FFB-920E11C09B56}">
      <dsp:nvSpPr>
        <dsp:cNvPr id="0" name=""/>
        <dsp:cNvSpPr/>
      </dsp:nvSpPr>
      <dsp:spPr>
        <a:xfrm>
          <a:off x="3513084" y="200769"/>
          <a:ext cx="562412" cy="5624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A92757-2DAA-4CD7-8E57-038B7A67773E}">
      <dsp:nvSpPr>
        <dsp:cNvPr id="0" name=""/>
        <dsp:cNvSpPr/>
      </dsp:nvSpPr>
      <dsp:spPr>
        <a:xfrm>
          <a:off x="3169387" y="950705"/>
          <a:ext cx="1249804" cy="49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dirty="0"/>
            <a:t>Blogging &amp; Social</a:t>
          </a:r>
          <a:endParaRPr lang="en-US" sz="1400" kern="1200" dirty="0"/>
        </a:p>
      </dsp:txBody>
      <dsp:txXfrm>
        <a:off x="3169387" y="950705"/>
        <a:ext cx="1249804" cy="499921"/>
      </dsp:txXfrm>
    </dsp:sp>
    <dsp:sp modelId="{0E5609A7-3714-419C-9DEF-234D595D6879}">
      <dsp:nvSpPr>
        <dsp:cNvPr id="0" name=""/>
        <dsp:cNvSpPr/>
      </dsp:nvSpPr>
      <dsp:spPr>
        <a:xfrm>
          <a:off x="4981604" y="200769"/>
          <a:ext cx="562412" cy="5624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30EDB3-A15F-4028-83A8-B50301621639}">
      <dsp:nvSpPr>
        <dsp:cNvPr id="0" name=""/>
        <dsp:cNvSpPr/>
      </dsp:nvSpPr>
      <dsp:spPr>
        <a:xfrm>
          <a:off x="4637908" y="950705"/>
          <a:ext cx="1249804" cy="49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dirty="0"/>
            <a:t>Forum &amp; Slack</a:t>
          </a:r>
          <a:endParaRPr lang="en-US" sz="1400" kern="1200" dirty="0"/>
        </a:p>
      </dsp:txBody>
      <dsp:txXfrm>
        <a:off x="4637908" y="950705"/>
        <a:ext cx="1249804" cy="499921"/>
      </dsp:txXfrm>
    </dsp:sp>
    <dsp:sp modelId="{0AE40F35-7712-A143-9931-38C371037C93}">
      <dsp:nvSpPr>
        <dsp:cNvPr id="0" name=""/>
        <dsp:cNvSpPr/>
      </dsp:nvSpPr>
      <dsp:spPr>
        <a:xfrm>
          <a:off x="6450125" y="200769"/>
          <a:ext cx="562412" cy="562412"/>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2926D3-5470-0544-BD63-04506F0EFB03}">
      <dsp:nvSpPr>
        <dsp:cNvPr id="0" name=""/>
        <dsp:cNvSpPr/>
      </dsp:nvSpPr>
      <dsp:spPr>
        <a:xfrm>
          <a:off x="6106428" y="950705"/>
          <a:ext cx="1249804" cy="49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Document how to get involved</a:t>
          </a:r>
        </a:p>
      </dsp:txBody>
      <dsp:txXfrm>
        <a:off x="6106428" y="950705"/>
        <a:ext cx="1249804" cy="499921"/>
      </dsp:txXfrm>
    </dsp:sp>
    <dsp:sp modelId="{5875D06E-1388-AA44-BBFA-6DF477221035}">
      <dsp:nvSpPr>
        <dsp:cNvPr id="0" name=""/>
        <dsp:cNvSpPr/>
      </dsp:nvSpPr>
      <dsp:spPr>
        <a:xfrm>
          <a:off x="7918645" y="200769"/>
          <a:ext cx="562412" cy="562412"/>
        </a:xfrm>
        <a:prstGeom prst="rect">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A3A0A6-F595-4C45-80AE-8B15CD1E2377}">
      <dsp:nvSpPr>
        <dsp:cNvPr id="0" name=""/>
        <dsp:cNvSpPr/>
      </dsp:nvSpPr>
      <dsp:spPr>
        <a:xfrm>
          <a:off x="7574949" y="950705"/>
          <a:ext cx="1249804" cy="49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User Groups &amp; Conferences</a:t>
          </a:r>
        </a:p>
      </dsp:txBody>
      <dsp:txXfrm>
        <a:off x="7574949" y="950705"/>
        <a:ext cx="1249804" cy="49992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e353ff19ef_2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3e353ff19ef_2_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3e353ff19ef_2_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e353ff19ef_2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g3e353ff19ef_2_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My name is Sakshi Nasha,</a:t>
            </a:r>
            <a:br>
              <a:rPr lang="en-US" dirty="0"/>
            </a:br>
            <a:r>
              <a:rPr lang="en-US" dirty="0"/>
              <a:t>I am a Software Engineer at Cohesity, I am an OS Ambassador and a Contributor. I am also an AWS community Builder</a:t>
            </a:r>
            <a:br>
              <a:rPr lang="en-US" dirty="0"/>
            </a:br>
            <a:r>
              <a:rPr lang="en-US" dirty="0"/>
              <a:t>I have over 25+ international talks you can scan the QR and get a list of all my talks and the recordings.</a:t>
            </a:r>
            <a:br>
              <a:rPr lang="en-US" dirty="0"/>
            </a:br>
            <a:r>
              <a:rPr lang="en-US" dirty="0"/>
              <a:t>Apart from work, I like to travel around the world, explore diff culture and play badminton</a:t>
            </a:r>
            <a:endParaRPr dirty="0"/>
          </a:p>
        </p:txBody>
      </p:sp>
      <p:sp>
        <p:nvSpPr>
          <p:cNvPr id="127" name="Google Shape;127;g3e353ff19ef_2_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353ff19e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e353ff19e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This is the exact phrase we hear from thousands of brilliant engineers, tech writers, and students who feel locked out of open source. There is a massive misconception that the only way to be a "real" open-source contributor is to have your name on a massive feature pull request. Today, we’re going to bust that myth wide open.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e353ff19ef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e353ff19ef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Think about it. </a:t>
            </a:r>
            <a:r>
              <a:rPr lang="en-IN" dirty="0" err="1"/>
              <a:t>Github</a:t>
            </a:r>
            <a:r>
              <a:rPr lang="en-IN" dirty="0"/>
              <a:t> is flooded with technically perfect repositories that are completely dead. Why? Because they don't have people managing issues, updating outdated documentation, or answering user questions.</a:t>
            </a:r>
            <a:br>
              <a:rPr lang="en-IN" dirty="0"/>
            </a:br>
            <a:r>
              <a:rPr lang="en-IN" dirty="0"/>
              <a:t>Code keeps a project functional, but community keeps it </a:t>
            </a:r>
            <a:r>
              <a:rPr lang="en-IN" i="1" dirty="0"/>
              <a:t>alive</a:t>
            </a:r>
            <a:r>
              <a:rPr lang="en-IN" dirty="0"/>
              <a:t>. Non-code contributors are the operational glue holding these scaling projects together.</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353ff19ef_0_2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Slide to be considered for Apache 40 min talk</a:t>
            </a:r>
            <a:endParaRPr/>
          </a:p>
        </p:txBody>
      </p:sp>
      <p:sp>
        <p:nvSpPr>
          <p:cNvPr id="158" name="Google Shape;158;g3e353ff19ef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e3572e7072_0_60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r>
              <a:rPr lang="en-IN" b="1" dirty="0"/>
              <a:t>The Pyramid Base:</a:t>
            </a:r>
            <a:r>
              <a:rPr lang="en-IN" dirty="0"/>
              <a:t> Look at the foundation here. At the bottom, we have the real engine of open-source innovation: the community. It’s the people answering questions, writing docs, reporting bugs, and sharing knowledge. Without this layer, nothing else scales.</a:t>
            </a:r>
          </a:p>
          <a:p>
            <a:r>
              <a:rPr lang="en-IN" b="1" dirty="0"/>
              <a:t>The Middle Layer:</a:t>
            </a:r>
            <a:r>
              <a:rPr lang="en-IN" dirty="0"/>
              <a:t> Moving up, we see active engagement. This means jumping into RFC discussions to shape technical direction, giving critical feedback on code reviews, or creating POC samples to validate a feature.</a:t>
            </a:r>
          </a:p>
          <a:p>
            <a:r>
              <a:rPr lang="en-IN" b="1" dirty="0"/>
              <a:t>The Top Layer:</a:t>
            </a:r>
            <a:r>
              <a:rPr lang="en-IN" dirty="0"/>
              <a:t> Only at the very peak do we find traditional feature development and bug fixes.</a:t>
            </a:r>
          </a:p>
          <a:p>
            <a:r>
              <a:rPr lang="en-IN" b="1" dirty="0"/>
              <a:t>The Takeaway:</a:t>
            </a:r>
            <a:r>
              <a:rPr lang="en-IN" dirty="0"/>
              <a:t> Code is just one tiny layer of a much larger ecosystem. You don't have to build the peak to sustain the foundation.</a:t>
            </a:r>
          </a:p>
        </p:txBody>
      </p:sp>
      <p:sp>
        <p:nvSpPr>
          <p:cNvPr id="164" name="Google Shape;164;g3e3572e7072_0_6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e353ff19ef_0_101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dirty="0"/>
              <a:t>As you can see from these pathways : ranging from Documentation and RFC design discussions to META process updates, community advocacy, and robust issue reproduction, there are many doors into open source.</a:t>
            </a:r>
            <a:br>
              <a:rPr lang="en-IN" dirty="0"/>
            </a:br>
            <a:r>
              <a:rPr lang="en-IN" dirty="0"/>
              <a:t>You can heavily influence project architecture, improve automation pipelines, and drive business strategies through RFCs without ever writing a single line of production implementation code.</a:t>
            </a:r>
            <a:endParaRPr dirty="0"/>
          </a:p>
        </p:txBody>
      </p:sp>
      <p:sp>
        <p:nvSpPr>
          <p:cNvPr id="193" name="Google Shape;193;g3e353ff19ef_0_10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e3572e7072_0_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of my beyond the PR contributions are</a:t>
            </a:r>
            <a:br>
              <a:rPr lang="en-US" dirty="0"/>
            </a:br>
            <a:br>
              <a:rPr lang="en-US" dirty="0"/>
            </a:br>
            <a:r>
              <a:rPr lang="en-US" dirty="0"/>
              <a:t>My first RFC view in the security repository for reconsidering the default behavior of a Do not Fail on forbidden flag in OS 3.0.0.</a:t>
            </a:r>
            <a:br>
              <a:rPr lang="en-US" dirty="0"/>
            </a:br>
            <a:r>
              <a:rPr lang="en-US" dirty="0"/>
              <a:t>I added what my understanding is from the proposed design and then add my views/approach. Also, I added few questions that I had when we pick the proposed approach, covering different edge cases and what is the roadmap and long term implication.</a:t>
            </a:r>
            <a:endParaRPr dirty="0"/>
          </a:p>
        </p:txBody>
      </p:sp>
      <p:sp>
        <p:nvSpPr>
          <p:cNvPr id="238" name="Google Shape;238;g3e3572e7072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e3b8946257_1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the security repository, I fixed a bug on the auth layer to accept </a:t>
            </a:r>
            <a:r>
              <a:rPr lang="en-US" dirty="0" err="1"/>
              <a:t>ECKey</a:t>
            </a:r>
            <a:r>
              <a:rPr lang="en-US" dirty="0"/>
              <a:t> and while I was writing Unit test cases to test the behavior and the code coverage, I realized the </a:t>
            </a:r>
            <a:r>
              <a:rPr lang="en-US" dirty="0" err="1"/>
              <a:t>OctetSequenceKey</a:t>
            </a:r>
            <a:r>
              <a:rPr lang="en-US" dirty="0"/>
              <a:t> support exist, but the test setup misses that. I just created an Issue for the same. It took me just 2-4 mins to report an issue the template is already there and is pretty straightforward. </a:t>
            </a:r>
            <a:br>
              <a:rPr lang="en-US" dirty="0"/>
            </a:br>
            <a:br>
              <a:rPr lang="en-US" dirty="0"/>
            </a:br>
            <a:r>
              <a:rPr lang="en-US" dirty="0"/>
              <a:t>Aim: We really want more people to play around our Product and report issues. </a:t>
            </a:r>
            <a:endParaRPr dirty="0"/>
          </a:p>
        </p:txBody>
      </p:sp>
      <p:sp>
        <p:nvSpPr>
          <p:cNvPr id="245" name="Google Shape;245;g3e3b894625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e3572e7072_0_6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ever your thoughts are just put them out and interact with the maintainers and get to know the expectation out there.</a:t>
            </a:r>
            <a:endParaRPr dirty="0"/>
          </a:p>
        </p:txBody>
      </p:sp>
      <p:sp>
        <p:nvSpPr>
          <p:cNvPr id="252" name="Google Shape;252;g3e3572e7072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e3572e7072_0_7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That's a simple example of how you start picking up a bug: simply by adding a comment to let the maintainer and reporter of the issue know your thoughts, align with them and simple work on it</a:t>
            </a:r>
            <a:endParaRPr dirty="0"/>
          </a:p>
        </p:txBody>
      </p:sp>
      <p:sp>
        <p:nvSpPr>
          <p:cNvPr id="259" name="Google Shape;259;g3e3572e7072_0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e3572e7072_0_55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 was back a year ago where I was so new into the Security repository and little did, I know how to pick bug, which ones should I pick? And so many unknowns</a:t>
            </a:r>
            <a:br>
              <a:rPr lang="en-US" dirty="0"/>
            </a:br>
            <a:r>
              <a:rPr lang="en-US" dirty="0"/>
              <a:t>Simple yet effective way is to start a conversation on slack and tell your interest. Get into the details, at first, you may sound silly but with time and practice it will get better. Everybody out there was once in your shoes too…</a:t>
            </a:r>
            <a:endParaRPr dirty="0"/>
          </a:p>
        </p:txBody>
      </p:sp>
      <p:sp>
        <p:nvSpPr>
          <p:cNvPr id="265" name="Google Shape;265;g3e3572e7072_0_5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e3572e7072_0_8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To give you some context, I didn’t start out as some open-source expert. My journey began exactly where many of you might be right now—just playing around with OpenSearch, trying to understand how it worked. I vividly remember the intense 'first PR fear’ that anxiety of putting your work out there, learning in public, and having to ask the project maintainers for help.</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But my core driver was simply a curiosity to learn. I pushed past that initial hesitation and moved from just playing with the technology to actively participating in public forums and jumping into technical design discussions. I started giving feedback and asking questions, and that non-code community engagement completely changed my trajectory.</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It opened doors I didn't even know existed. It led to my very first international presentation at OpenSearch Europe 2025, and from there, things snowballed. I went on to become a panellist for major global events across North America, Japan, and now China in 2026.</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All of that foundational, community-first work eventually culminated in me becoming an OpenSearch Ambassador. Today, this role gives me a direct channel to voice real user concerns and collaborate face-to-face with core maintainers to get things done.</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big takeaway from my story is that if you are sitting in the audience right now feeling intimidated by open source, don't be. Every single ambassador and maintainer started with that exact same first PR fear.</a:t>
            </a:r>
            <a:endParaRPr dirty="0"/>
          </a:p>
        </p:txBody>
      </p:sp>
      <p:sp>
        <p:nvSpPr>
          <p:cNvPr id="271" name="Google Shape;271;g3e3572e7072_0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a:extLst>
            <a:ext uri="{FF2B5EF4-FFF2-40B4-BE49-F238E27FC236}">
              <a16:creationId xmlns:a16="http://schemas.microsoft.com/office/drawing/2014/main" id="{4F53A56A-BA2D-7367-AF69-129D75036211}"/>
            </a:ext>
          </a:extLst>
        </p:cNvPr>
        <p:cNvGrpSpPr/>
        <p:nvPr/>
      </p:nvGrpSpPr>
      <p:grpSpPr>
        <a:xfrm>
          <a:off x="0" y="0"/>
          <a:ext cx="0" cy="0"/>
          <a:chOff x="0" y="0"/>
          <a:chExt cx="0" cy="0"/>
        </a:xfrm>
      </p:grpSpPr>
      <p:sp>
        <p:nvSpPr>
          <p:cNvPr id="297" name="Google Shape;297;g3e3572e7072_0_562:notes">
            <a:extLst>
              <a:ext uri="{FF2B5EF4-FFF2-40B4-BE49-F238E27FC236}">
                <a16:creationId xmlns:a16="http://schemas.microsoft.com/office/drawing/2014/main" id="{543B127C-1E62-5616-C7E9-7E85B67FEAB5}"/>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Sometimes there is a small change that can have a (hopefully) big impact</a:t>
            </a:r>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r>
              <a:rPr lang="en-US" dirty="0"/>
              <a:t>Like with a number of leading search tools - OpenSearch is, at it’s core, based on Apache Lucene. I was looking at the Lucene website and noticed the others listed, but not ours. I don’t really consider myself a developer, but I can go in and hack website code from time to time so I thought – hey – this is something simple that I know I can assist with. The Maintainer of this repository was appreciative, merged the code, and now OpenSearch is listed with the other leading search-based tools. </a:t>
            </a:r>
            <a:endParaRPr dirty="0"/>
          </a:p>
        </p:txBody>
      </p:sp>
      <p:sp>
        <p:nvSpPr>
          <p:cNvPr id="298" name="Google Shape;298;g3e3572e7072_0_562:notes">
            <a:extLst>
              <a:ext uri="{FF2B5EF4-FFF2-40B4-BE49-F238E27FC236}">
                <a16:creationId xmlns:a16="http://schemas.microsoft.com/office/drawing/2014/main" id="{00B2620D-2E2C-57F2-A17A-F5A54E1D18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1894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e3572e7072_0_56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dirty="0"/>
              <a:t>“Maintainers lose hours on missing context. -- One paragraph of documentation can save hundreds of users.” what this means is, if you are using an open source software package and find an area where you got stuck – chances are others got stuck as well. Document that, </a:t>
            </a:r>
          </a:p>
          <a:p>
            <a:pPr marL="0" lvl="0" indent="0" algn="l" rtl="0">
              <a:spcBef>
                <a:spcPts val="0"/>
              </a:spcBef>
              <a:spcAft>
                <a:spcPts val="0"/>
              </a:spcAft>
              <a:buNone/>
            </a:pPr>
            <a:endParaRPr lang="en-GB" sz="1100" dirty="0">
              <a:solidFill>
                <a:schemeClr val="dk1"/>
              </a:solidFill>
              <a:latin typeface="Open Sans"/>
              <a:ea typeface="Open Sans"/>
              <a:cs typeface="Open Sans"/>
              <a:sym typeface="Open Sans"/>
            </a:endParaRP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Other examples:</a:t>
            </a:r>
            <a:br>
              <a:rPr lang="en-GB" sz="1100" dirty="0">
                <a:solidFill>
                  <a:schemeClr val="dk1"/>
                </a:solidFill>
                <a:latin typeface="Open Sans"/>
                <a:ea typeface="Open Sans"/>
                <a:cs typeface="Open Sans"/>
                <a:sym typeface="Open Sans"/>
              </a:rPr>
            </a:br>
            <a:r>
              <a:rPr lang="en-GB" sz="1100" dirty="0">
                <a:solidFill>
                  <a:schemeClr val="dk1"/>
                </a:solidFill>
                <a:latin typeface="Open Sans"/>
                <a:ea typeface="Open Sans"/>
                <a:cs typeface="Open Sans"/>
                <a:sym typeface="Open Sans"/>
              </a:rPr>
              <a:t> typo fix</a:t>
            </a:r>
          </a:p>
          <a:p>
            <a:pPr marL="0" lvl="0" indent="0" algn="l" rtl="0">
              <a:spcBef>
                <a:spcPts val="0"/>
              </a:spcBef>
              <a:spcAft>
                <a:spcPts val="0"/>
              </a:spcAft>
              <a:buNone/>
            </a:pPr>
            <a:r>
              <a:rPr lang="en-GB" sz="1100" dirty="0" err="1">
                <a:solidFill>
                  <a:schemeClr val="dk1"/>
                </a:solidFill>
                <a:latin typeface="Open Sans"/>
                <a:ea typeface="Open Sans"/>
                <a:cs typeface="Open Sans"/>
                <a:sym typeface="Open Sans"/>
              </a:rPr>
              <a:t>startup.md</a:t>
            </a:r>
            <a:r>
              <a:rPr lang="en-GB" sz="1100" dirty="0">
                <a:solidFill>
                  <a:schemeClr val="dk1"/>
                </a:solidFill>
                <a:latin typeface="Open Sans"/>
                <a:ea typeface="Open Sans"/>
                <a:cs typeface="Open Sans"/>
                <a:sym typeface="Open Sans"/>
              </a:rPr>
              <a:t> improvement</a:t>
            </a: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sample config</a:t>
            </a: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reproducing bug</a:t>
            </a: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adding screenshots</a:t>
            </a: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testing on another platform</a:t>
            </a:r>
          </a:p>
          <a:p>
            <a:pPr marL="0" lvl="0" indent="0" algn="l" rtl="0">
              <a:spcBef>
                <a:spcPts val="0"/>
              </a:spcBef>
              <a:spcAft>
                <a:spcPts val="0"/>
              </a:spcAft>
              <a:buNone/>
            </a:pPr>
            <a:endParaRPr dirty="0"/>
          </a:p>
        </p:txBody>
      </p:sp>
      <p:sp>
        <p:nvSpPr>
          <p:cNvPr id="298" name="Google Shape;298;g3e3572e7072_0_5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a:extLst>
            <a:ext uri="{FF2B5EF4-FFF2-40B4-BE49-F238E27FC236}">
              <a16:creationId xmlns:a16="http://schemas.microsoft.com/office/drawing/2014/main" id="{F6474F2E-07EF-D51D-DC5B-4FAA4896C229}"/>
            </a:ext>
          </a:extLst>
        </p:cNvPr>
        <p:cNvGrpSpPr/>
        <p:nvPr/>
      </p:nvGrpSpPr>
      <p:grpSpPr>
        <a:xfrm>
          <a:off x="0" y="0"/>
          <a:ext cx="0" cy="0"/>
          <a:chOff x="0" y="0"/>
          <a:chExt cx="0" cy="0"/>
        </a:xfrm>
      </p:grpSpPr>
      <p:sp>
        <p:nvSpPr>
          <p:cNvPr id="297" name="Google Shape;297;g3e3572e7072_0_562:notes">
            <a:extLst>
              <a:ext uri="{FF2B5EF4-FFF2-40B4-BE49-F238E27FC236}">
                <a16:creationId xmlns:a16="http://schemas.microsoft.com/office/drawing/2014/main" id="{BFB59C58-5EAC-C136-C97F-A5106D5C9C4F}"/>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dirty="0"/>
              <a:t>Social from a project or corporate channel is useful, but hearing from your colleagues and those that you trust is something even better</a:t>
            </a:r>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r>
              <a:rPr lang="en-US" dirty="0"/>
              <a:t>My friend Laysa is very involved with </a:t>
            </a:r>
            <a:r>
              <a:rPr lang="en-US" dirty="0" err="1"/>
              <a:t>PyLadies</a:t>
            </a:r>
            <a:r>
              <a:rPr lang="en-US" dirty="0"/>
              <a:t> Munich and this was a post about an upcoming meeting, inviting her network to RSVP</a:t>
            </a:r>
          </a:p>
          <a:p>
            <a:pPr marL="0" lvl="0" indent="0" algn="l" rtl="0">
              <a:spcBef>
                <a:spcPts val="0"/>
              </a:spcBef>
              <a:spcAft>
                <a:spcPts val="0"/>
              </a:spcAft>
              <a:buClr>
                <a:schemeClr val="dk1"/>
              </a:buClr>
              <a:buSzPts val="1100"/>
              <a:buFont typeface="Arial"/>
              <a:buNone/>
            </a:pPr>
            <a:r>
              <a:rPr lang="en-US" dirty="0"/>
              <a:t>One of our user group organizers, my friend Maria Pina posted a great summary of a meeting where we got to come together in Milan Italy</a:t>
            </a:r>
          </a:p>
          <a:p>
            <a:pPr marL="0" lvl="0" indent="0" algn="l" rtl="0">
              <a:spcBef>
                <a:spcPts val="0"/>
              </a:spcBef>
              <a:spcAft>
                <a:spcPts val="0"/>
              </a:spcAft>
              <a:buClr>
                <a:schemeClr val="dk1"/>
              </a:buClr>
              <a:buSzPts val="1100"/>
              <a:buFont typeface="Arial"/>
              <a:buNone/>
            </a:pPr>
            <a:r>
              <a:rPr lang="en-US" dirty="0"/>
              <a:t>And this last one is one of my favorite posts yet – Amit came to an OpenSearch User Group and accomplished a goal – his first technical presentation! As the community manager for this project this one brought so much joy! </a:t>
            </a:r>
            <a:endParaRPr dirty="0"/>
          </a:p>
        </p:txBody>
      </p:sp>
      <p:sp>
        <p:nvSpPr>
          <p:cNvPr id="298" name="Google Shape;298;g3e3572e7072_0_562:notes">
            <a:extLst>
              <a:ext uri="{FF2B5EF4-FFF2-40B4-BE49-F238E27FC236}">
                <a16:creationId xmlns:a16="http://schemas.microsoft.com/office/drawing/2014/main" id="{5D229F49-1372-85DB-902C-A75BEB3F51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6098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D0C00-CA14-3948-4B08-9BEB6198A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68C73-215B-7B0C-DFBB-311760FD41F1}"/>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C30427FE-1A25-6A0E-25E5-45C8F3675973}"/>
              </a:ext>
            </a:extLst>
          </p:cNvPr>
          <p:cNvSpPr>
            <a:spLocks noGrp="1"/>
          </p:cNvSpPr>
          <p:nvPr>
            <p:ph type="body" idx="1"/>
          </p:nvPr>
        </p:nvSpPr>
        <p:spPr/>
        <p:txBody>
          <a:bodyPr/>
          <a:lstStyle/>
          <a:p>
            <a:pPr rtl="0">
              <a:spcBef>
                <a:spcPts val="1200"/>
              </a:spcBef>
              <a:spcAft>
                <a:spcPts val="1200"/>
              </a:spcAft>
            </a:pPr>
            <a:r>
              <a:rPr lang="en-US" dirty="0"/>
              <a:t>Here are the locations of our global user groups. Nearly all of them have held more than one meeting which speaks to the commitment level of our solution provider network, who are often the ones sponsoring and organizing these meetings.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9B354AA-0CAA-C287-AD77-59DE9091563F}"/>
              </a:ext>
            </a:extLst>
          </p:cNvPr>
          <p:cNvSpPr>
            <a:spLocks noGrp="1"/>
          </p:cNvSpPr>
          <p:nvPr>
            <p:ph type="sldNum" sz="quarter" idx="5"/>
          </p:nvPr>
        </p:nvSpPr>
        <p:spPr/>
        <p:txBody>
          <a:bodyPr/>
          <a:lstStyle/>
          <a:p>
            <a:fld id="{6A703EDE-80B7-C741-89A0-2A7D950E37B2}" type="slidenum">
              <a:rPr lang="en-US" smtClean="0"/>
              <a:t>17</a:t>
            </a:fld>
            <a:endParaRPr lang="en-US"/>
          </a:p>
        </p:txBody>
      </p:sp>
    </p:spTree>
    <p:extLst>
      <p:ext uri="{BB962C8B-B14F-4D97-AF65-F5344CB8AC3E}">
        <p14:creationId xmlns:p14="http://schemas.microsoft.com/office/powerpoint/2010/main" val="2706730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a:extLst>
            <a:ext uri="{FF2B5EF4-FFF2-40B4-BE49-F238E27FC236}">
              <a16:creationId xmlns:a16="http://schemas.microsoft.com/office/drawing/2014/main" id="{9FC8B078-ED94-A815-EC19-696EB4B38F26}"/>
            </a:ext>
          </a:extLst>
        </p:cNvPr>
        <p:cNvGrpSpPr/>
        <p:nvPr/>
      </p:nvGrpSpPr>
      <p:grpSpPr>
        <a:xfrm>
          <a:off x="0" y="0"/>
          <a:ext cx="0" cy="0"/>
          <a:chOff x="0" y="0"/>
          <a:chExt cx="0" cy="0"/>
        </a:xfrm>
      </p:grpSpPr>
      <p:sp>
        <p:nvSpPr>
          <p:cNvPr id="297" name="Google Shape;297;g3e3572e7072_0_562:notes">
            <a:extLst>
              <a:ext uri="{FF2B5EF4-FFF2-40B4-BE49-F238E27FC236}">
                <a16:creationId xmlns:a16="http://schemas.microsoft.com/office/drawing/2014/main" id="{AB06BCD0-33A3-0ABB-E913-0989425B421D}"/>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Find a community that interests you. There are so many in the open source world </a:t>
            </a:r>
          </a:p>
          <a:p>
            <a:pPr marL="0" lvl="0" indent="0" algn="l" rtl="0">
              <a:spcBef>
                <a:spcPts val="0"/>
              </a:spcBef>
              <a:spcAft>
                <a:spcPts val="0"/>
              </a:spcAft>
              <a:buClr>
                <a:schemeClr val="dk1"/>
              </a:buClr>
              <a:buSzPts val="1100"/>
              <a:buFont typeface="Arial"/>
              <a:buNone/>
            </a:pPr>
            <a:r>
              <a:rPr lang="en-US" dirty="0"/>
              <a:t>Design? My friend </a:t>
            </a:r>
            <a:r>
              <a:rPr lang="en-US" dirty="0" err="1"/>
              <a:t>Eriol</a:t>
            </a:r>
            <a:r>
              <a:rPr lang="en-US" dirty="0"/>
              <a:t> is involved with Open Source Design</a:t>
            </a:r>
          </a:p>
          <a:p>
            <a:pPr marL="0" lvl="0" indent="0" algn="l" rtl="0">
              <a:spcBef>
                <a:spcPts val="0"/>
              </a:spcBef>
              <a:spcAft>
                <a:spcPts val="0"/>
              </a:spcAft>
              <a:buClr>
                <a:schemeClr val="dk1"/>
              </a:buClr>
              <a:buSzPts val="1100"/>
              <a:buFont typeface="Arial"/>
              <a:buNone/>
            </a:pPr>
            <a:r>
              <a:rPr lang="en-US" dirty="0"/>
              <a:t>Events? My friend Abigail maintains a community-driven repo of open source events around the world</a:t>
            </a:r>
          </a:p>
          <a:p>
            <a:pPr marL="0" lvl="0" indent="0" algn="l" rtl="0">
              <a:spcBef>
                <a:spcPts val="0"/>
              </a:spcBef>
              <a:spcAft>
                <a:spcPts val="0"/>
              </a:spcAft>
              <a:buClr>
                <a:schemeClr val="dk1"/>
              </a:buClr>
              <a:buSzPts val="1100"/>
              <a:buFont typeface="Arial"/>
              <a:buNone/>
            </a:pPr>
            <a:r>
              <a:rPr lang="en-US" dirty="0"/>
              <a:t>Metrics? Friends like Dawn over at the CHAOSS community (which also runs OpenSearch)</a:t>
            </a:r>
          </a:p>
          <a:p>
            <a:pPr marL="0" lvl="0" indent="0" algn="l" rtl="0">
              <a:spcBef>
                <a:spcPts val="0"/>
              </a:spcBef>
              <a:spcAft>
                <a:spcPts val="0"/>
              </a:spcAft>
              <a:buClr>
                <a:schemeClr val="dk1"/>
              </a:buClr>
              <a:buSzPts val="1100"/>
              <a:buFont typeface="Arial"/>
              <a:buNone/>
            </a:pPr>
            <a:r>
              <a:rPr lang="en-US" dirty="0"/>
              <a:t>Python learning or coding? There is an amazing global org of ladies that help one another along their path in the python community </a:t>
            </a:r>
          </a:p>
          <a:p>
            <a:pPr marL="0" lvl="0" indent="0" algn="l" rtl="0">
              <a:spcBef>
                <a:spcPts val="0"/>
              </a:spcBef>
              <a:spcAft>
                <a:spcPts val="0"/>
              </a:spcAft>
              <a:buClr>
                <a:schemeClr val="dk1"/>
              </a:buClr>
              <a:buSzPts val="1100"/>
              <a:buFont typeface="Arial"/>
              <a:buNone/>
            </a:pPr>
            <a:endParaRPr dirty="0"/>
          </a:p>
        </p:txBody>
      </p:sp>
      <p:sp>
        <p:nvSpPr>
          <p:cNvPr id="298" name="Google Shape;298;g3e3572e7072_0_562:notes">
            <a:extLst>
              <a:ext uri="{FF2B5EF4-FFF2-40B4-BE49-F238E27FC236}">
                <a16:creationId xmlns:a16="http://schemas.microsoft.com/office/drawing/2014/main" id="{303EA130-3F76-AB56-CE43-A720262BC3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6005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a:extLst>
            <a:ext uri="{FF2B5EF4-FFF2-40B4-BE49-F238E27FC236}">
              <a16:creationId xmlns:a16="http://schemas.microsoft.com/office/drawing/2014/main" id="{01CEE57C-BFF1-3221-C9E1-C042185A8607}"/>
            </a:ext>
          </a:extLst>
        </p:cNvPr>
        <p:cNvGrpSpPr/>
        <p:nvPr/>
      </p:nvGrpSpPr>
      <p:grpSpPr>
        <a:xfrm>
          <a:off x="0" y="0"/>
          <a:ext cx="0" cy="0"/>
          <a:chOff x="0" y="0"/>
          <a:chExt cx="0" cy="0"/>
        </a:xfrm>
      </p:grpSpPr>
      <p:sp>
        <p:nvSpPr>
          <p:cNvPr id="297" name="Google Shape;297;g3e3572e7072_0_562:notes">
            <a:extLst>
              <a:ext uri="{FF2B5EF4-FFF2-40B4-BE49-F238E27FC236}">
                <a16:creationId xmlns:a16="http://schemas.microsoft.com/office/drawing/2014/main" id="{0B69FF50-50B7-C277-8B81-9A8E3EA3B038}"/>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t>“Maintainers lose hours on missing context.</a:t>
            </a:r>
            <a:endParaRPr/>
          </a:p>
          <a:p>
            <a:pPr marL="0" lvl="0" indent="0" algn="l" rtl="0">
              <a:spcBef>
                <a:spcPts val="0"/>
              </a:spcBef>
              <a:spcAft>
                <a:spcPts val="0"/>
              </a:spcAft>
              <a:buNone/>
            </a:pPr>
            <a:r>
              <a:rPr lang="en-GB"/>
              <a:t>One paragraph of documentation can save hundreds of users.”</a:t>
            </a:r>
            <a:endParaRPr/>
          </a:p>
        </p:txBody>
      </p:sp>
      <p:sp>
        <p:nvSpPr>
          <p:cNvPr id="298" name="Google Shape;298;g3e3572e7072_0_562:notes">
            <a:extLst>
              <a:ext uri="{FF2B5EF4-FFF2-40B4-BE49-F238E27FC236}">
                <a16:creationId xmlns:a16="http://schemas.microsoft.com/office/drawing/2014/main" id="{6C88C012-B399-134D-67B8-5CF18381FC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31553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e353ff19ef_2_4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g3e353ff19ef_2_4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g3e353ff19ef_2_4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e353ff19ef_2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g3e353ff19ef_2_4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p:txBody>
      </p:sp>
      <p:sp>
        <p:nvSpPr>
          <p:cNvPr id="543" name="Google Shape;543;g3e353ff19ef_2_4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e353ff19ef_2_51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1" name="Google Shape;571;g3e353ff19ef_2_5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e353ff19ef_2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g3e353ff19ef_2_1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Here’s a snapshot of the 12 months leading up to today (May 2025). We’ve seen consistent growth across a broad range of categories including developer meetups, year-over-year downloads, collaboration avenues and contributing organizations. One of the callouts here that impressed me was that over 225 different companies have made contributions to this project. This is not common in the open source world.  The acceleration in downloads also exceeded our expectations especially in the last 7 months, a pretty specific time frame. </a:t>
            </a:r>
            <a:endParaRPr/>
          </a:p>
        </p:txBody>
      </p:sp>
      <p:sp>
        <p:nvSpPr>
          <p:cNvPr id="317" name="Google Shape;317;g3e353ff19ef_2_1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e3572e7072_0_70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Slide to be considered for Apache 40 min talk</a:t>
            </a:r>
            <a:endParaRPr>
              <a:solidFill>
                <a:schemeClr val="dk1"/>
              </a:solidFill>
            </a:endParaRPr>
          </a:p>
          <a:p>
            <a:pPr marL="0" lvl="0" indent="0" algn="l" rtl="0">
              <a:spcBef>
                <a:spcPts val="0"/>
              </a:spcBef>
              <a:spcAft>
                <a:spcPts val="0"/>
              </a:spcAft>
              <a:buNone/>
            </a:pPr>
            <a:br>
              <a:rPr lang="en-GB"/>
            </a:br>
            <a:br>
              <a:rPr lang="en-GB"/>
            </a:br>
            <a:r>
              <a:rPr lang="en-GB"/>
              <a:t>“Maintainers lose hours on missing context.</a:t>
            </a:r>
            <a:endParaRPr/>
          </a:p>
          <a:p>
            <a:pPr marL="0" lvl="0" indent="0" algn="l" rtl="0">
              <a:spcBef>
                <a:spcPts val="0"/>
              </a:spcBef>
              <a:spcAft>
                <a:spcPts val="0"/>
              </a:spcAft>
              <a:buNone/>
            </a:pPr>
            <a:r>
              <a:rPr lang="en-GB"/>
              <a:t>One paragraph of documentation can save hundreds of users.”</a:t>
            </a:r>
            <a:endParaRPr/>
          </a:p>
        </p:txBody>
      </p:sp>
      <p:sp>
        <p:nvSpPr>
          <p:cNvPr id="304" name="Google Shape;304;g3e3572e7072_0_7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e3572e7072_0_71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Slide to be considered for Apache 40 min talk</a:t>
            </a:r>
            <a:endParaRPr>
              <a:solidFill>
                <a:schemeClr val="dk1"/>
              </a:solidFill>
            </a:endParaRPr>
          </a:p>
          <a:p>
            <a:pPr marL="0" lvl="0" indent="0" algn="l" rtl="0">
              <a:spcBef>
                <a:spcPts val="0"/>
              </a:spcBef>
              <a:spcAft>
                <a:spcPts val="0"/>
              </a:spcAft>
              <a:buNone/>
            </a:pPr>
            <a:endParaRPr/>
          </a:p>
        </p:txBody>
      </p:sp>
      <p:sp>
        <p:nvSpPr>
          <p:cNvPr id="310" name="Google Shape;310;g3e3572e7072_0_7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e353ff19ef_2_22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Slide to be considered for Apache 40 min talk</a:t>
            </a:r>
            <a:endParaRPr>
              <a:solidFill>
                <a:schemeClr val="dk1"/>
              </a:solidFill>
            </a:endParaRPr>
          </a:p>
          <a:p>
            <a:pPr marL="0" lvl="0" indent="0" algn="l" rtl="0">
              <a:spcBef>
                <a:spcPts val="0"/>
              </a:spcBef>
              <a:spcAft>
                <a:spcPts val="0"/>
              </a:spcAft>
              <a:buNone/>
            </a:pPr>
            <a:endParaRPr/>
          </a:p>
        </p:txBody>
      </p:sp>
      <p:sp>
        <p:nvSpPr>
          <p:cNvPr id="342" name="Google Shape;342;g3e353ff19ef_2_2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e353ff19ef_2_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g3e353ff19ef_2_2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This person started patching the Go client. </a:t>
            </a:r>
            <a:endParaRPr/>
          </a:p>
          <a:p>
            <a:pPr marL="0" lvl="0" indent="0" algn="l" rtl="0">
              <a:spcBef>
                <a:spcPts val="0"/>
              </a:spcBef>
              <a:spcAft>
                <a:spcPts val="0"/>
              </a:spcAft>
              <a:buNone/>
            </a:pPr>
            <a:endParaRPr/>
          </a:p>
          <a:p>
            <a:pPr marL="0" lvl="0" indent="0" algn="l" rtl="0">
              <a:spcBef>
                <a:spcPts val="0"/>
              </a:spcBef>
              <a:spcAft>
                <a:spcPts val="0"/>
              </a:spcAft>
              <a:buNone/>
            </a:pPr>
            <a:r>
              <a:rPr lang="en-GB"/>
              <a:t>As time went on, they ended up rewriting it</a:t>
            </a:r>
            <a:endParaRPr/>
          </a:p>
          <a:p>
            <a:pPr marL="0" lvl="0" indent="0" algn="l" rtl="0">
              <a:spcBef>
                <a:spcPts val="0"/>
              </a:spcBef>
              <a:spcAft>
                <a:spcPts val="0"/>
              </a:spcAft>
              <a:buNone/>
            </a:pPr>
            <a:endParaRPr/>
          </a:p>
          <a:p>
            <a:pPr marL="0" lvl="0" indent="0" algn="l" rtl="0">
              <a:spcBef>
                <a:spcPts val="0"/>
              </a:spcBef>
              <a:spcAft>
                <a:spcPts val="0"/>
              </a:spcAft>
              <a:buNone/>
            </a:pPr>
            <a:r>
              <a:rPr lang="en-GB"/>
              <a:t>Yes – this person is now a MAINTAINER on the project as well (of course! They know this client better than anyone) </a:t>
            </a:r>
            <a:endParaRPr/>
          </a:p>
        </p:txBody>
      </p:sp>
      <p:sp>
        <p:nvSpPr>
          <p:cNvPr id="349" name="Google Shape;349;g3e353ff19ef_2_2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e353ff19ef_2_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g3e353ff19ef_2_2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See something inaccurate in the documentation? Help the community fix it. </a:t>
            </a:r>
            <a:endParaRPr/>
          </a:p>
          <a:p>
            <a:pPr marL="0" lvl="0" indent="0" algn="l" rtl="0">
              <a:spcBef>
                <a:spcPts val="0"/>
              </a:spcBef>
              <a:spcAft>
                <a:spcPts val="0"/>
              </a:spcAft>
              <a:buNone/>
            </a:pPr>
            <a:endParaRPr/>
          </a:p>
          <a:p>
            <a:pPr marL="0" lvl="0" indent="0" algn="l" rtl="0">
              <a:spcBef>
                <a:spcPts val="0"/>
              </a:spcBef>
              <a:spcAft>
                <a:spcPts val="0"/>
              </a:spcAft>
              <a:buNone/>
            </a:pPr>
            <a:r>
              <a:rPr lang="en-GB"/>
              <a:t>This is an area we’re always looking for help – your contributions will go very far </a:t>
            </a:r>
            <a:endParaRPr/>
          </a:p>
          <a:p>
            <a:pPr marL="0" lvl="0" indent="0" algn="l" rtl="0">
              <a:spcBef>
                <a:spcPts val="0"/>
              </a:spcBef>
              <a:spcAft>
                <a:spcPts val="0"/>
              </a:spcAft>
              <a:buNone/>
            </a:pPr>
            <a:endParaRPr/>
          </a:p>
          <a:p>
            <a:pPr marL="0" lvl="0" indent="0" algn="l" rtl="0">
              <a:spcBef>
                <a:spcPts val="0"/>
              </a:spcBef>
              <a:spcAft>
                <a:spcPts val="0"/>
              </a:spcAft>
              <a:buNone/>
            </a:pPr>
            <a:r>
              <a:rPr lang="en-GB"/>
              <a:t>This has the potential to help a very large number of people</a:t>
            </a:r>
            <a:endParaRPr/>
          </a:p>
        </p:txBody>
      </p:sp>
      <p:sp>
        <p:nvSpPr>
          <p:cNvPr id="357" name="Google Shape;357;g3e353ff19ef_2_2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e353ff19ef_2_2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g3e353ff19ef_2_2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Another excellent place some have contributed are the User Guides or Samples. </a:t>
            </a:r>
            <a:endParaRPr/>
          </a:p>
          <a:p>
            <a:pPr marL="0" lvl="0" indent="0" algn="l" rtl="0">
              <a:spcBef>
                <a:spcPts val="0"/>
              </a:spcBef>
              <a:spcAft>
                <a:spcPts val="0"/>
              </a:spcAft>
              <a:buNone/>
            </a:pPr>
            <a:endParaRPr/>
          </a:p>
          <a:p>
            <a:pPr marL="0" lvl="0" indent="0" algn="l" rtl="0">
              <a:spcBef>
                <a:spcPts val="0"/>
              </a:spcBef>
              <a:spcAft>
                <a:spcPts val="0"/>
              </a:spcAft>
              <a:buNone/>
            </a:pPr>
            <a:r>
              <a:rPr lang="en-GB"/>
              <a:t>User guides assist others in the ’how to’ of a section of the project – and Samples are just that – code samples that run for a specific use case. </a:t>
            </a:r>
            <a:endParaRPr/>
          </a:p>
        </p:txBody>
      </p:sp>
      <p:sp>
        <p:nvSpPr>
          <p:cNvPr id="376" name="Google Shape;376;g3e353ff19ef_2_2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e353ff19ef_2_2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g3e353ff19ef_2_2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RFC = Request for comments</a:t>
            </a:r>
            <a:endParaRPr/>
          </a:p>
          <a:p>
            <a:pPr marL="0" lvl="0" indent="0" algn="l" rtl="0">
              <a:spcBef>
                <a:spcPts val="0"/>
              </a:spcBef>
              <a:spcAft>
                <a:spcPts val="0"/>
              </a:spcAft>
              <a:buNone/>
            </a:pPr>
            <a:endParaRPr/>
          </a:p>
          <a:p>
            <a:pPr marL="0" lvl="0" indent="0" algn="l" rtl="0">
              <a:spcBef>
                <a:spcPts val="0"/>
              </a:spcBef>
              <a:spcAft>
                <a:spcPts val="0"/>
              </a:spcAft>
              <a:buNone/>
            </a:pPr>
            <a:r>
              <a:rPr lang="en-GB"/>
              <a:t>Have a idea for a new feature? A new way to do things with the project? Something you would like to see the software do? Submit an RFC and build out ideas with the community</a:t>
            </a:r>
            <a:endParaRPr/>
          </a:p>
          <a:p>
            <a:pPr marL="0" lvl="0" indent="0" algn="l" rtl="0">
              <a:spcBef>
                <a:spcPts val="0"/>
              </a:spcBef>
              <a:spcAft>
                <a:spcPts val="0"/>
              </a:spcAft>
              <a:buNone/>
            </a:pPr>
            <a:endParaRPr/>
          </a:p>
        </p:txBody>
      </p:sp>
      <p:sp>
        <p:nvSpPr>
          <p:cNvPr id="384" name="Google Shape;384;g3e353ff19ef_2_2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e353ff19ef_2_2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g3e353ff19ef_2_2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Every repo has a README. Spot a typo in the README, this could be your first PR.</a:t>
            </a:r>
            <a:endParaRPr/>
          </a:p>
          <a:p>
            <a:pPr marL="0" lvl="0" indent="0" algn="l" rtl="0">
              <a:spcBef>
                <a:spcPts val="0"/>
              </a:spcBef>
              <a:spcAft>
                <a:spcPts val="0"/>
              </a:spcAft>
              <a:buNone/>
            </a:pPr>
            <a:endParaRPr/>
          </a:p>
          <a:p>
            <a:pPr marL="0" lvl="0" indent="0" algn="l" rtl="0">
              <a:spcBef>
                <a:spcPts val="0"/>
              </a:spcBef>
              <a:spcAft>
                <a:spcPts val="0"/>
              </a:spcAft>
              <a:buNone/>
            </a:pPr>
            <a:r>
              <a:rPr lang="en-GB"/>
              <a:t>There is also a developer guide in the .github repo – someone noticed there was missing information that impeded them – they figured out the missing steps and contribute back to the file – another way to help a large number of others</a:t>
            </a:r>
            <a:endParaRPr/>
          </a:p>
          <a:p>
            <a:pPr marL="0" lvl="0" indent="0" algn="l" rtl="0">
              <a:spcBef>
                <a:spcPts val="0"/>
              </a:spcBef>
              <a:spcAft>
                <a:spcPts val="0"/>
              </a:spcAft>
              <a:buNone/>
            </a:pPr>
            <a:endParaRPr/>
          </a:p>
        </p:txBody>
      </p:sp>
      <p:sp>
        <p:nvSpPr>
          <p:cNvPr id="365" name="Google Shape;365;g3e353ff19ef_2_2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e353ff19ef_2_26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Slide to be considered for Apache 40 min talk</a:t>
            </a:r>
            <a:endParaRPr>
              <a:solidFill>
                <a:schemeClr val="dk1"/>
              </a:solidFill>
            </a:endParaRPr>
          </a:p>
          <a:p>
            <a:pPr marL="0" lvl="0" indent="0" algn="l" rtl="0">
              <a:spcBef>
                <a:spcPts val="0"/>
              </a:spcBef>
              <a:spcAft>
                <a:spcPts val="0"/>
              </a:spcAft>
              <a:buNone/>
            </a:pPr>
            <a:endParaRPr/>
          </a:p>
        </p:txBody>
      </p:sp>
      <p:sp>
        <p:nvSpPr>
          <p:cNvPr id="391" name="Google Shape;391;g3e353ff19ef_2_2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ctrTitle"/>
          </p:nvPr>
        </p:nvSpPr>
        <p:spPr>
          <a:xfrm>
            <a:off x="628650" y="1676400"/>
            <a:ext cx="6858000" cy="2111327"/>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4500"/>
              <a:buFont typeface="Open Sans ExtraBold"/>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5" name="Google Shape;55;p14"/>
          <p:cNvSpPr txBox="1">
            <a:spLocks noGrp="1"/>
          </p:cNvSpPr>
          <p:nvPr>
            <p:ph type="subTitle" idx="1"/>
          </p:nvPr>
        </p:nvSpPr>
        <p:spPr>
          <a:xfrm>
            <a:off x="628650" y="3840479"/>
            <a:ext cx="6858000" cy="937498"/>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8" name="Google Shape;58;p15"/>
          <p:cNvSpPr txBox="1">
            <a:spLocks noGrp="1"/>
          </p:cNvSpPr>
          <p:nvPr>
            <p:ph type="body" idx="1"/>
          </p:nvPr>
        </p:nvSpPr>
        <p:spPr>
          <a:xfrm>
            <a:off x="629841" y="1260872"/>
            <a:ext cx="3168658"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59" name="Google Shape;59;p15"/>
          <p:cNvSpPr txBox="1">
            <a:spLocks noGrp="1"/>
          </p:cNvSpPr>
          <p:nvPr>
            <p:ph type="body" idx="2"/>
          </p:nvPr>
        </p:nvSpPr>
        <p:spPr>
          <a:xfrm>
            <a:off x="629841" y="1878806"/>
            <a:ext cx="3168658"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0" name="Google Shape;60;p15"/>
          <p:cNvSpPr txBox="1">
            <a:spLocks noGrp="1"/>
          </p:cNvSpPr>
          <p:nvPr>
            <p:ph type="body" idx="3"/>
          </p:nvPr>
        </p:nvSpPr>
        <p:spPr>
          <a:xfrm>
            <a:off x="3953333" y="1260872"/>
            <a:ext cx="3184262"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61" name="Google Shape;61;p15"/>
          <p:cNvSpPr txBox="1">
            <a:spLocks noGrp="1"/>
          </p:cNvSpPr>
          <p:nvPr>
            <p:ph type="body" idx="4"/>
          </p:nvPr>
        </p:nvSpPr>
        <p:spPr>
          <a:xfrm>
            <a:off x="3953333" y="1878806"/>
            <a:ext cx="3184262"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4" name="Google Shape;64;p16"/>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6"/>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430449" y="426119"/>
            <a:ext cx="7773523" cy="6858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3300"/>
              <a:buFont typeface="Open Sans ExtraBold"/>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8" name="Google Shape;68;p17"/>
          <p:cNvSpPr txBox="1">
            <a:spLocks noGrp="1"/>
          </p:cNvSpPr>
          <p:nvPr>
            <p:ph type="body" idx="1"/>
          </p:nvPr>
        </p:nvSpPr>
        <p:spPr>
          <a:xfrm>
            <a:off x="430449" y="1111919"/>
            <a:ext cx="7773523" cy="408384"/>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006DD8"/>
              </a:buClr>
              <a:buSzPts val="2100"/>
              <a:buFont typeface="Arial"/>
              <a:buNone/>
              <a:defRPr>
                <a:solidFill>
                  <a:srgbClr val="006DD8"/>
                </a:solidFill>
                <a:latin typeface="Open Sans ExtraBold"/>
                <a:ea typeface="Open Sans ExtraBold"/>
                <a:cs typeface="Open Sans ExtraBold"/>
                <a:sym typeface="Open Sans ExtraBold"/>
              </a:defRPr>
            </a:lvl1pPr>
            <a:lvl2pPr marL="914400" lvl="1" indent="-228600" algn="l">
              <a:lnSpc>
                <a:spcPct val="90000"/>
              </a:lnSpc>
              <a:spcBef>
                <a:spcPts val="400"/>
              </a:spcBef>
              <a:spcAft>
                <a:spcPts val="0"/>
              </a:spcAft>
              <a:buClr>
                <a:schemeClr val="dk1"/>
              </a:buClr>
              <a:buSzPts val="1800"/>
              <a:buNone/>
              <a:defRPr/>
            </a:lvl2pPr>
            <a:lvl3pPr marL="1371600" lvl="2" indent="-228600" algn="l">
              <a:lnSpc>
                <a:spcPct val="90000"/>
              </a:lnSpc>
              <a:spcBef>
                <a:spcPts val="400"/>
              </a:spcBef>
              <a:spcAft>
                <a:spcPts val="0"/>
              </a:spcAft>
              <a:buClr>
                <a:schemeClr val="dk1"/>
              </a:buClr>
              <a:buSzPts val="1500"/>
              <a:buNone/>
              <a:defRPr/>
            </a:lvl3pPr>
            <a:lvl4pPr marL="1828800" lvl="3" indent="-228600" algn="l">
              <a:lnSpc>
                <a:spcPct val="90000"/>
              </a:lnSpc>
              <a:spcBef>
                <a:spcPts val="400"/>
              </a:spcBef>
              <a:spcAft>
                <a:spcPts val="0"/>
              </a:spcAft>
              <a:buClr>
                <a:schemeClr val="dk1"/>
              </a:buClr>
              <a:buSzPts val="1400"/>
              <a:buNone/>
              <a:defRPr/>
            </a:lvl4pPr>
            <a:lvl5pPr marL="2286000" lvl="4" indent="-228600" algn="l">
              <a:lnSpc>
                <a:spcPct val="90000"/>
              </a:lnSpc>
              <a:spcBef>
                <a:spcPts val="400"/>
              </a:spcBef>
              <a:spcAft>
                <a:spcPts val="0"/>
              </a:spcAft>
              <a:buClr>
                <a:schemeClr val="dk1"/>
              </a:buClr>
              <a:buSzPts val="14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with Subtile and 2 columns">
  <p:cSld name="Title with Subtile and 2 columns">
    <p:bg>
      <p:bgPr>
        <a:blipFill>
          <a:blip r:embed="rId2">
            <a:alphaModFix/>
          </a:blip>
          <a:stretch>
            <a:fillRect/>
          </a:stretch>
        </a:blipFill>
        <a:effectLst/>
      </p:bgPr>
    </p:bg>
    <p:spTree>
      <p:nvGrpSpPr>
        <p:cNvPr id="1" name="Shape 69"/>
        <p:cNvGrpSpPr/>
        <p:nvPr/>
      </p:nvGrpSpPr>
      <p:grpSpPr>
        <a:xfrm>
          <a:off x="0" y="0"/>
          <a:ext cx="0" cy="0"/>
          <a:chOff x="0" y="0"/>
          <a:chExt cx="0" cy="0"/>
        </a:xfrm>
      </p:grpSpPr>
      <p:sp>
        <p:nvSpPr>
          <p:cNvPr id="70" name="Google Shape;70;p18"/>
          <p:cNvSpPr txBox="1">
            <a:spLocks noGrp="1"/>
          </p:cNvSpPr>
          <p:nvPr>
            <p:ph type="title"/>
          </p:nvPr>
        </p:nvSpPr>
        <p:spPr>
          <a:xfrm>
            <a:off x="623888" y="0"/>
            <a:ext cx="7886700" cy="1396108"/>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4500"/>
              <a:buFont typeface="Open Sans ExtraBold"/>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1" name="Google Shape;71;p18"/>
          <p:cNvSpPr txBox="1">
            <a:spLocks noGrp="1"/>
          </p:cNvSpPr>
          <p:nvPr>
            <p:ph type="body" idx="1"/>
          </p:nvPr>
        </p:nvSpPr>
        <p:spPr>
          <a:xfrm>
            <a:off x="623888" y="1632641"/>
            <a:ext cx="7886700" cy="382556"/>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E96"/>
              </a:buClr>
              <a:buSzPts val="1800"/>
              <a:buNone/>
              <a:defRPr sz="1800">
                <a:solidFill>
                  <a:srgbClr val="888E96"/>
                </a:solidFill>
              </a:defRPr>
            </a:lvl1pPr>
            <a:lvl2pPr marL="914400" lvl="1" indent="-228600" algn="l">
              <a:lnSpc>
                <a:spcPct val="90000"/>
              </a:lnSpc>
              <a:spcBef>
                <a:spcPts val="400"/>
              </a:spcBef>
              <a:spcAft>
                <a:spcPts val="0"/>
              </a:spcAft>
              <a:buClr>
                <a:srgbClr val="888E96"/>
              </a:buClr>
              <a:buSzPts val="1500"/>
              <a:buNone/>
              <a:defRPr sz="1500">
                <a:solidFill>
                  <a:srgbClr val="888E96"/>
                </a:solidFill>
              </a:defRPr>
            </a:lvl2pPr>
            <a:lvl3pPr marL="1371600" lvl="2" indent="-228600" algn="l">
              <a:lnSpc>
                <a:spcPct val="90000"/>
              </a:lnSpc>
              <a:spcBef>
                <a:spcPts val="400"/>
              </a:spcBef>
              <a:spcAft>
                <a:spcPts val="0"/>
              </a:spcAft>
              <a:buClr>
                <a:srgbClr val="888E96"/>
              </a:buClr>
              <a:buSzPts val="1400"/>
              <a:buNone/>
              <a:defRPr sz="1400">
                <a:solidFill>
                  <a:srgbClr val="888E96"/>
                </a:solidFill>
              </a:defRPr>
            </a:lvl3pPr>
            <a:lvl4pPr marL="1828800" lvl="3" indent="-228600" algn="l">
              <a:lnSpc>
                <a:spcPct val="90000"/>
              </a:lnSpc>
              <a:spcBef>
                <a:spcPts val="400"/>
              </a:spcBef>
              <a:spcAft>
                <a:spcPts val="0"/>
              </a:spcAft>
              <a:buClr>
                <a:srgbClr val="888E96"/>
              </a:buClr>
              <a:buSzPts val="1200"/>
              <a:buNone/>
              <a:defRPr sz="1200">
                <a:solidFill>
                  <a:srgbClr val="888E96"/>
                </a:solidFill>
              </a:defRPr>
            </a:lvl4pPr>
            <a:lvl5pPr marL="2286000" lvl="4" indent="-228600" algn="l">
              <a:lnSpc>
                <a:spcPct val="90000"/>
              </a:lnSpc>
              <a:spcBef>
                <a:spcPts val="400"/>
              </a:spcBef>
              <a:spcAft>
                <a:spcPts val="0"/>
              </a:spcAft>
              <a:buClr>
                <a:srgbClr val="888E96"/>
              </a:buClr>
              <a:buSzPts val="1200"/>
              <a:buNone/>
              <a:defRPr sz="1200">
                <a:solidFill>
                  <a:srgbClr val="888E96"/>
                </a:solidFill>
              </a:defRPr>
            </a:lvl5pPr>
            <a:lvl6pPr marL="2743200" lvl="5" indent="-228600" algn="l">
              <a:lnSpc>
                <a:spcPct val="90000"/>
              </a:lnSpc>
              <a:spcBef>
                <a:spcPts val="400"/>
              </a:spcBef>
              <a:spcAft>
                <a:spcPts val="0"/>
              </a:spcAft>
              <a:buClr>
                <a:srgbClr val="888E96"/>
              </a:buClr>
              <a:buSzPts val="1200"/>
              <a:buNone/>
              <a:defRPr sz="1200">
                <a:solidFill>
                  <a:srgbClr val="888E96"/>
                </a:solidFill>
              </a:defRPr>
            </a:lvl6pPr>
            <a:lvl7pPr marL="3200400" lvl="6" indent="-228600" algn="l">
              <a:lnSpc>
                <a:spcPct val="90000"/>
              </a:lnSpc>
              <a:spcBef>
                <a:spcPts val="400"/>
              </a:spcBef>
              <a:spcAft>
                <a:spcPts val="0"/>
              </a:spcAft>
              <a:buClr>
                <a:srgbClr val="888E96"/>
              </a:buClr>
              <a:buSzPts val="1200"/>
              <a:buNone/>
              <a:defRPr sz="1200">
                <a:solidFill>
                  <a:srgbClr val="888E96"/>
                </a:solidFill>
              </a:defRPr>
            </a:lvl7pPr>
            <a:lvl8pPr marL="3657600" lvl="7" indent="-228600" algn="l">
              <a:lnSpc>
                <a:spcPct val="90000"/>
              </a:lnSpc>
              <a:spcBef>
                <a:spcPts val="400"/>
              </a:spcBef>
              <a:spcAft>
                <a:spcPts val="0"/>
              </a:spcAft>
              <a:buClr>
                <a:srgbClr val="888E96"/>
              </a:buClr>
              <a:buSzPts val="1200"/>
              <a:buNone/>
              <a:defRPr sz="1200">
                <a:solidFill>
                  <a:srgbClr val="888E96"/>
                </a:solidFill>
              </a:defRPr>
            </a:lvl8pPr>
            <a:lvl9pPr marL="4114800" lvl="8" indent="-228600" algn="l">
              <a:lnSpc>
                <a:spcPct val="90000"/>
              </a:lnSpc>
              <a:spcBef>
                <a:spcPts val="400"/>
              </a:spcBef>
              <a:spcAft>
                <a:spcPts val="0"/>
              </a:spcAft>
              <a:buClr>
                <a:srgbClr val="888E96"/>
              </a:buClr>
              <a:buSzPts val="1200"/>
              <a:buNone/>
              <a:defRPr sz="1200">
                <a:solidFill>
                  <a:srgbClr val="888E96"/>
                </a:solidFill>
              </a:defRPr>
            </a:lvl9pPr>
          </a:lstStyle>
          <a:p>
            <a:endParaRPr/>
          </a:p>
        </p:txBody>
      </p:sp>
      <p:sp>
        <p:nvSpPr>
          <p:cNvPr id="72" name="Google Shape;72;p18"/>
          <p:cNvSpPr txBox="1">
            <a:spLocks noGrp="1"/>
          </p:cNvSpPr>
          <p:nvPr>
            <p:ph type="body" idx="2"/>
          </p:nvPr>
        </p:nvSpPr>
        <p:spPr>
          <a:xfrm>
            <a:off x="4611291" y="2136037"/>
            <a:ext cx="3899297" cy="2263378"/>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8"/>
          <p:cNvSpPr txBox="1">
            <a:spLocks noGrp="1"/>
          </p:cNvSpPr>
          <p:nvPr>
            <p:ph type="body" idx="3"/>
          </p:nvPr>
        </p:nvSpPr>
        <p:spPr>
          <a:xfrm>
            <a:off x="633413" y="2136037"/>
            <a:ext cx="3899297" cy="2263378"/>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Purple No Logo" type="objTx">
  <p:cSld name="OBJECT_WITH_CAPTION_TEXT">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Open Sans ExtraBold"/>
              <a:buNone/>
              <a:defRPr sz="2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9"/>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lt1"/>
              </a:buClr>
              <a:buSzPts val="2400"/>
              <a:buChar char="•"/>
              <a:defRPr sz="2400">
                <a:solidFill>
                  <a:schemeClr val="lt1"/>
                </a:solidFill>
              </a:defRPr>
            </a:lvl1pPr>
            <a:lvl2pPr marL="914400" lvl="1" indent="-361950" algn="l">
              <a:lnSpc>
                <a:spcPct val="90000"/>
              </a:lnSpc>
              <a:spcBef>
                <a:spcPts val="400"/>
              </a:spcBef>
              <a:spcAft>
                <a:spcPts val="0"/>
              </a:spcAft>
              <a:buClr>
                <a:schemeClr val="lt1"/>
              </a:buClr>
              <a:buSzPts val="2100"/>
              <a:buChar char="•"/>
              <a:defRPr sz="2100">
                <a:solidFill>
                  <a:schemeClr val="lt1"/>
                </a:solidFill>
              </a:defRPr>
            </a:lvl2pPr>
            <a:lvl3pPr marL="1371600" lvl="2" indent="-342900" algn="l">
              <a:lnSpc>
                <a:spcPct val="90000"/>
              </a:lnSpc>
              <a:spcBef>
                <a:spcPts val="400"/>
              </a:spcBef>
              <a:spcAft>
                <a:spcPts val="0"/>
              </a:spcAft>
              <a:buClr>
                <a:schemeClr val="lt1"/>
              </a:buClr>
              <a:buSzPts val="1800"/>
              <a:buChar char="•"/>
              <a:defRPr sz="1800">
                <a:solidFill>
                  <a:schemeClr val="lt1"/>
                </a:solidFill>
              </a:defRPr>
            </a:lvl3pPr>
            <a:lvl4pPr marL="1828800" lvl="3" indent="-323850" algn="l">
              <a:lnSpc>
                <a:spcPct val="90000"/>
              </a:lnSpc>
              <a:spcBef>
                <a:spcPts val="400"/>
              </a:spcBef>
              <a:spcAft>
                <a:spcPts val="0"/>
              </a:spcAft>
              <a:buClr>
                <a:schemeClr val="lt1"/>
              </a:buClr>
              <a:buSzPts val="1500"/>
              <a:buChar char="•"/>
              <a:defRPr sz="1500">
                <a:solidFill>
                  <a:schemeClr val="lt1"/>
                </a:solidFill>
              </a:defRPr>
            </a:lvl4pPr>
            <a:lvl5pPr marL="2286000" lvl="4" indent="-323850" algn="l">
              <a:lnSpc>
                <a:spcPct val="90000"/>
              </a:lnSpc>
              <a:spcBef>
                <a:spcPts val="400"/>
              </a:spcBef>
              <a:spcAft>
                <a:spcPts val="0"/>
              </a:spcAft>
              <a:buClr>
                <a:schemeClr val="lt1"/>
              </a:buClr>
              <a:buSzPts val="1500"/>
              <a:buChar char="•"/>
              <a:defRPr sz="1500">
                <a:solidFill>
                  <a:schemeClr val="lt1"/>
                </a:solidFill>
              </a:defRPr>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77" name="Google Shape;77;p19"/>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200"/>
              <a:buNone/>
              <a:defRPr sz="1200">
                <a:solidFill>
                  <a:schemeClr val="lt1"/>
                </a:solidFill>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0" name="Google Shape;80;p20"/>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 Content">
  <p:cSld name="1 Content">
    <p:spTree>
      <p:nvGrpSpPr>
        <p:cNvPr id="1" name="Shape 81"/>
        <p:cNvGrpSpPr/>
        <p:nvPr/>
      </p:nvGrpSpPr>
      <p:grpSpPr>
        <a:xfrm>
          <a:off x="0" y="0"/>
          <a:ext cx="0" cy="0"/>
          <a:chOff x="0" y="0"/>
          <a:chExt cx="0" cy="0"/>
        </a:xfrm>
      </p:grpSpPr>
      <p:sp>
        <p:nvSpPr>
          <p:cNvPr id="82" name="Google Shape;82;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3" name="Google Shape;83;p21"/>
          <p:cNvSpPr txBox="1">
            <a:spLocks noGrp="1"/>
          </p:cNvSpPr>
          <p:nvPr>
            <p:ph type="body" idx="1"/>
          </p:nvPr>
        </p:nvSpPr>
        <p:spPr>
          <a:xfrm>
            <a:off x="628649" y="4046220"/>
            <a:ext cx="7886699" cy="58650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2100"/>
              <a:buNone/>
              <a:defRPr/>
            </a:lvl1pPr>
            <a:lvl2pPr marL="914400" lvl="1" indent="-228600" algn="l">
              <a:lnSpc>
                <a:spcPct val="90000"/>
              </a:lnSpc>
              <a:spcBef>
                <a:spcPts val="400"/>
              </a:spcBef>
              <a:spcAft>
                <a:spcPts val="0"/>
              </a:spcAft>
              <a:buClr>
                <a:schemeClr val="dk1"/>
              </a:buClr>
              <a:buSzPts val="1800"/>
              <a:buNone/>
              <a:defRPr/>
            </a:lvl2pPr>
            <a:lvl3pPr marL="1371600" lvl="2" indent="-228600" algn="l">
              <a:lnSpc>
                <a:spcPct val="90000"/>
              </a:lnSpc>
              <a:spcBef>
                <a:spcPts val="400"/>
              </a:spcBef>
              <a:spcAft>
                <a:spcPts val="0"/>
              </a:spcAft>
              <a:buClr>
                <a:schemeClr val="dk1"/>
              </a:buClr>
              <a:buSzPts val="1500"/>
              <a:buNone/>
              <a:defRPr/>
            </a:lvl3pPr>
            <a:lvl4pPr marL="1828800" lvl="3" indent="-228600" algn="l">
              <a:lnSpc>
                <a:spcPct val="90000"/>
              </a:lnSpc>
              <a:spcBef>
                <a:spcPts val="400"/>
              </a:spcBef>
              <a:spcAft>
                <a:spcPts val="0"/>
              </a:spcAft>
              <a:buClr>
                <a:schemeClr val="dk1"/>
              </a:buClr>
              <a:buSzPts val="1400"/>
              <a:buNone/>
              <a:defRPr/>
            </a:lvl4pPr>
            <a:lvl5pPr marL="2286000" lvl="4" indent="-228600" algn="l">
              <a:lnSpc>
                <a:spcPct val="90000"/>
              </a:lnSpc>
              <a:spcBef>
                <a:spcPts val="400"/>
              </a:spcBef>
              <a:spcAft>
                <a:spcPts val="0"/>
              </a:spcAft>
              <a:buClr>
                <a:schemeClr val="dk1"/>
              </a:buClr>
              <a:buSzPts val="14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4" name="Google Shape;84;p21"/>
          <p:cNvSpPr txBox="1">
            <a:spLocks noGrp="1"/>
          </p:cNvSpPr>
          <p:nvPr>
            <p:ph type="body" idx="2"/>
          </p:nvPr>
        </p:nvSpPr>
        <p:spPr>
          <a:xfrm>
            <a:off x="628650" y="1268016"/>
            <a:ext cx="7886700" cy="2777728"/>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 no logo">
  <p:cSld name="Content with Caption - no logo">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Open Sans ExtraBold"/>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7" name="Google Shape;87;p2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88" name="Google Shape;88;p2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97"/>
        <p:cNvGrpSpPr/>
        <p:nvPr/>
      </p:nvGrpSpPr>
      <p:grpSpPr>
        <a:xfrm>
          <a:off x="0" y="0"/>
          <a:ext cx="0" cy="0"/>
          <a:chOff x="0" y="0"/>
          <a:chExt cx="0" cy="0"/>
        </a:xfrm>
      </p:grpSpPr>
      <p:sp>
        <p:nvSpPr>
          <p:cNvPr id="98" name="Google Shape;98;p25"/>
          <p:cNvSpPr txBox="1">
            <a:spLocks noGrp="1"/>
          </p:cNvSpPr>
          <p:nvPr>
            <p:ph type="body" idx="1"/>
          </p:nvPr>
        </p:nvSpPr>
        <p:spPr>
          <a:xfrm>
            <a:off x="430449" y="1636862"/>
            <a:ext cx="7773523" cy="3165900"/>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Clr>
                <a:schemeClr val="dk1"/>
              </a:buClr>
              <a:buSzPts val="2100"/>
              <a:buChar char="•"/>
              <a:defRPr>
                <a:solidFill>
                  <a:schemeClr val="dk1"/>
                </a:solidFill>
              </a:defRPr>
            </a:lvl1pPr>
            <a:lvl2pPr marL="914400" lvl="1" indent="-342900" algn="l">
              <a:lnSpc>
                <a:spcPct val="90000"/>
              </a:lnSpc>
              <a:spcBef>
                <a:spcPts val="400"/>
              </a:spcBef>
              <a:spcAft>
                <a:spcPts val="0"/>
              </a:spcAft>
              <a:buClr>
                <a:schemeClr val="dk1"/>
              </a:buClr>
              <a:buSzPts val="1800"/>
              <a:buChar char="•"/>
              <a:defRPr>
                <a:solidFill>
                  <a:schemeClr val="dk1"/>
                </a:solidFill>
              </a:defRPr>
            </a:lvl2pPr>
            <a:lvl3pPr marL="1371600" lvl="2" indent="-323850" algn="l">
              <a:lnSpc>
                <a:spcPct val="90000"/>
              </a:lnSpc>
              <a:spcBef>
                <a:spcPts val="400"/>
              </a:spcBef>
              <a:spcAft>
                <a:spcPts val="0"/>
              </a:spcAft>
              <a:buClr>
                <a:schemeClr val="dk1"/>
              </a:buClr>
              <a:buSzPts val="1500"/>
              <a:buChar char="•"/>
              <a:defRPr>
                <a:solidFill>
                  <a:schemeClr val="dk1"/>
                </a:solidFill>
              </a:defRPr>
            </a:lvl3pPr>
            <a:lvl4pPr marL="1828800" lvl="3" indent="-317500" algn="l">
              <a:lnSpc>
                <a:spcPct val="90000"/>
              </a:lnSpc>
              <a:spcBef>
                <a:spcPts val="400"/>
              </a:spcBef>
              <a:spcAft>
                <a:spcPts val="0"/>
              </a:spcAft>
              <a:buClr>
                <a:schemeClr val="dk1"/>
              </a:buClr>
              <a:buSzPts val="1400"/>
              <a:buChar char="•"/>
              <a:defRPr>
                <a:solidFill>
                  <a:schemeClr val="dk1"/>
                </a:solidFill>
              </a:defRPr>
            </a:lvl4pPr>
            <a:lvl5pPr marL="2286000" lvl="4" indent="-317500" algn="l">
              <a:lnSpc>
                <a:spcPct val="90000"/>
              </a:lnSpc>
              <a:spcBef>
                <a:spcPts val="400"/>
              </a:spcBef>
              <a:spcAft>
                <a:spcPts val="0"/>
              </a:spcAft>
              <a:buClr>
                <a:schemeClr val="dk1"/>
              </a:buClr>
              <a:buSzPts val="1400"/>
              <a:buChar char="•"/>
              <a:defRPr>
                <a:solidFill>
                  <a:schemeClr val="dk1"/>
                </a:solidFil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9" name="Google Shape;99;p25"/>
          <p:cNvSpPr txBox="1">
            <a:spLocks noGrp="1"/>
          </p:cNvSpPr>
          <p:nvPr>
            <p:ph type="title"/>
          </p:nvPr>
        </p:nvSpPr>
        <p:spPr>
          <a:xfrm>
            <a:off x="430449" y="426119"/>
            <a:ext cx="7773523" cy="6858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3300"/>
              <a:buFont typeface="Open Sans ExtraBold"/>
              <a:buNone/>
              <a:defRPr>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0" name="Google Shape;100;p25"/>
          <p:cNvSpPr txBox="1">
            <a:spLocks noGrp="1"/>
          </p:cNvSpPr>
          <p:nvPr>
            <p:ph type="body" idx="2"/>
          </p:nvPr>
        </p:nvSpPr>
        <p:spPr>
          <a:xfrm>
            <a:off x="430449" y="1111919"/>
            <a:ext cx="7773523" cy="408384"/>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006DD8"/>
              </a:buClr>
              <a:buSzPts val="2100"/>
              <a:buFont typeface="Arial"/>
              <a:buNone/>
              <a:defRPr>
                <a:solidFill>
                  <a:srgbClr val="006DD8"/>
                </a:solidFill>
                <a:latin typeface="Open Sans ExtraBold"/>
                <a:ea typeface="Open Sans ExtraBold"/>
                <a:cs typeface="Open Sans ExtraBold"/>
                <a:sym typeface="Open Sans ExtraBold"/>
              </a:defRPr>
            </a:lvl1pPr>
            <a:lvl2pPr marL="914400" lvl="1" indent="-228600" algn="l">
              <a:lnSpc>
                <a:spcPct val="90000"/>
              </a:lnSpc>
              <a:spcBef>
                <a:spcPts val="400"/>
              </a:spcBef>
              <a:spcAft>
                <a:spcPts val="0"/>
              </a:spcAft>
              <a:buClr>
                <a:schemeClr val="dk1"/>
              </a:buClr>
              <a:buSzPts val="1800"/>
              <a:buNone/>
              <a:defRPr/>
            </a:lvl2pPr>
            <a:lvl3pPr marL="1371600" lvl="2" indent="-228600" algn="l">
              <a:lnSpc>
                <a:spcPct val="90000"/>
              </a:lnSpc>
              <a:spcBef>
                <a:spcPts val="400"/>
              </a:spcBef>
              <a:spcAft>
                <a:spcPts val="0"/>
              </a:spcAft>
              <a:buClr>
                <a:schemeClr val="dk1"/>
              </a:buClr>
              <a:buSzPts val="1500"/>
              <a:buNone/>
              <a:defRPr/>
            </a:lvl3pPr>
            <a:lvl4pPr marL="1828800" lvl="3" indent="-228600" algn="l">
              <a:lnSpc>
                <a:spcPct val="90000"/>
              </a:lnSpc>
              <a:spcBef>
                <a:spcPts val="400"/>
              </a:spcBef>
              <a:spcAft>
                <a:spcPts val="0"/>
              </a:spcAft>
              <a:buClr>
                <a:schemeClr val="dk1"/>
              </a:buClr>
              <a:buSzPts val="1400"/>
              <a:buNone/>
              <a:defRPr/>
            </a:lvl4pPr>
            <a:lvl5pPr marL="2286000" lvl="4" indent="-228600" algn="l">
              <a:lnSpc>
                <a:spcPct val="90000"/>
              </a:lnSpc>
              <a:spcBef>
                <a:spcPts val="400"/>
              </a:spcBef>
              <a:spcAft>
                <a:spcPts val="0"/>
              </a:spcAft>
              <a:buClr>
                <a:schemeClr val="dk1"/>
              </a:buClr>
              <a:buSzPts val="14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lumn">
  <p:cSld name="Three column">
    <p:bg>
      <p:bgPr>
        <a:blipFill>
          <a:blip r:embed="rId2">
            <a:alphaModFix/>
          </a:blip>
          <a:stretch>
            <a:fillRect/>
          </a:stretch>
        </a:blipFill>
        <a:effectLst/>
      </p:bgPr>
    </p:bg>
    <p:spTree>
      <p:nvGrpSpPr>
        <p:cNvPr id="1" name="Shape 101"/>
        <p:cNvGrpSpPr/>
        <p:nvPr/>
      </p:nvGrpSpPr>
      <p:grpSpPr>
        <a:xfrm>
          <a:off x="0" y="0"/>
          <a:ext cx="0" cy="0"/>
          <a:chOff x="0" y="0"/>
          <a:chExt cx="0" cy="0"/>
        </a:xfrm>
      </p:grpSpPr>
      <p:sp>
        <p:nvSpPr>
          <p:cNvPr id="102" name="Google Shape;102;p2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3" name="Google Shape;103;p26"/>
          <p:cNvSpPr txBox="1">
            <a:spLocks noGrp="1"/>
          </p:cNvSpPr>
          <p:nvPr>
            <p:ph type="body" idx="1"/>
          </p:nvPr>
        </p:nvSpPr>
        <p:spPr>
          <a:xfrm>
            <a:off x="628650" y="1382316"/>
            <a:ext cx="2563416" cy="284678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4" name="Google Shape;104;p26"/>
          <p:cNvSpPr txBox="1">
            <a:spLocks noGrp="1"/>
          </p:cNvSpPr>
          <p:nvPr>
            <p:ph type="body" idx="2"/>
          </p:nvPr>
        </p:nvSpPr>
        <p:spPr>
          <a:xfrm>
            <a:off x="3290292" y="1382316"/>
            <a:ext cx="2563416" cy="284678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5" name="Google Shape;105;p26"/>
          <p:cNvSpPr txBox="1">
            <a:spLocks noGrp="1"/>
          </p:cNvSpPr>
          <p:nvPr>
            <p:ph type="body" idx="3"/>
          </p:nvPr>
        </p:nvSpPr>
        <p:spPr>
          <a:xfrm>
            <a:off x="5951934" y="1382316"/>
            <a:ext cx="2563416" cy="284678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27"/>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Open Sans ExtraBold"/>
              <a:buNone/>
              <a:defRPr sz="2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7"/>
          <p:cNvSpPr>
            <a:spLocks noGrp="1"/>
          </p:cNvSpPr>
          <p:nvPr>
            <p:ph type="pic" idx="2"/>
          </p:nvPr>
        </p:nvSpPr>
        <p:spPr>
          <a:xfrm>
            <a:off x="3887391" y="740569"/>
            <a:ext cx="4629150" cy="3655219"/>
          </a:xfrm>
          <a:prstGeom prst="rect">
            <a:avLst/>
          </a:prstGeom>
          <a:noFill/>
          <a:ln>
            <a:noFill/>
          </a:ln>
        </p:spPr>
      </p:sp>
      <p:sp>
        <p:nvSpPr>
          <p:cNvPr id="109" name="Google Shape;109;p27"/>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200"/>
              <a:buNone/>
              <a:defRPr sz="1200">
                <a:solidFill>
                  <a:schemeClr val="lt1"/>
                </a:solidFill>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1"/>
        <p:cNvGrpSpPr/>
        <p:nvPr/>
      </p:nvGrpSpPr>
      <p:grpSpPr>
        <a:xfrm>
          <a:off x="0" y="0"/>
          <a:ext cx="0" cy="0"/>
          <a:chOff x="0" y="0"/>
          <a:chExt cx="0" cy="0"/>
        </a:xfrm>
      </p:grpSpPr>
      <p:sp>
        <p:nvSpPr>
          <p:cNvPr id="112" name="Google Shape;112;p2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9"/>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4"/>
        <p:cNvGrpSpPr/>
        <p:nvPr/>
      </p:nvGrpSpPr>
      <p:grpSpPr>
        <a:xfrm>
          <a:off x="0" y="0"/>
          <a:ext cx="0" cy="0"/>
          <a:chOff x="0" y="0"/>
          <a:chExt cx="0" cy="0"/>
        </a:xfrm>
      </p:grpSpPr>
      <p:sp>
        <p:nvSpPr>
          <p:cNvPr id="115" name="Google Shape;115;p30"/>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6" name="Google Shape;116;p30"/>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Light">
  <p:cSld name="Title Light">
    <p:bg>
      <p:bgPr>
        <a:solidFill>
          <a:schemeClr val="lt1"/>
        </a:solidFill>
        <a:effectLst/>
      </p:bgPr>
    </p:bg>
    <p:spTree>
      <p:nvGrpSpPr>
        <p:cNvPr id="1" name="Shape 68"/>
        <p:cNvGrpSpPr/>
        <p:nvPr/>
      </p:nvGrpSpPr>
      <p:grpSpPr>
        <a:xfrm>
          <a:off x="0" y="0"/>
          <a:ext cx="0" cy="0"/>
          <a:chOff x="0" y="0"/>
          <a:chExt cx="0" cy="0"/>
        </a:xfrm>
      </p:grpSpPr>
      <p:pic>
        <p:nvPicPr>
          <p:cNvPr id="69" name="Google Shape;69;p14"/>
          <p:cNvPicPr preferRelativeResize="0"/>
          <p:nvPr/>
        </p:nvPicPr>
        <p:blipFill>
          <a:blip r:embed="rId2">
            <a:alphaModFix/>
          </a:blip>
          <a:srcRect/>
          <a:stretch/>
        </p:blipFill>
        <p:spPr>
          <a:xfrm>
            <a:off x="617300" y="704517"/>
            <a:ext cx="3150438" cy="602914"/>
          </a:xfrm>
          <a:prstGeom prst="rect">
            <a:avLst/>
          </a:prstGeom>
          <a:noFill/>
          <a:ln>
            <a:noFill/>
          </a:ln>
        </p:spPr>
      </p:pic>
      <p:sp>
        <p:nvSpPr>
          <p:cNvPr id="70" name="Google Shape;70;p14"/>
          <p:cNvSpPr/>
          <p:nvPr/>
        </p:nvSpPr>
        <p:spPr>
          <a:xfrm>
            <a:off x="-5700" y="0"/>
            <a:ext cx="9155400" cy="91800"/>
          </a:xfrm>
          <a:prstGeom prst="rect">
            <a:avLst/>
          </a:prstGeom>
          <a:gradFill>
            <a:gsLst>
              <a:gs pos="0">
                <a:srgbClr val="0072BC"/>
              </a:gs>
              <a:gs pos="50000">
                <a:srgbClr val="FDB61D"/>
              </a:gs>
              <a:gs pos="100000">
                <a:srgbClr val="00395D"/>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71" name="Google Shape;71;p14"/>
          <p:cNvSpPr txBox="1">
            <a:spLocks noGrp="1"/>
          </p:cNvSpPr>
          <p:nvPr>
            <p:ph type="title"/>
          </p:nvPr>
        </p:nvSpPr>
        <p:spPr>
          <a:xfrm>
            <a:off x="483275" y="1595000"/>
            <a:ext cx="7923000" cy="1764900"/>
          </a:xfrm>
          <a:prstGeom prst="rect">
            <a:avLst/>
          </a:prstGeom>
        </p:spPr>
        <p:txBody>
          <a:bodyPr spcFirstLastPara="1" wrap="square" lIns="91425" tIns="91425" rIns="91425" bIns="91425" anchor="ctr" anchorCtr="0">
            <a:normAutofit/>
          </a:bodyPr>
          <a:lstStyle>
            <a:lvl1pPr lvl="0">
              <a:lnSpc>
                <a:spcPct val="100000"/>
              </a:lnSpc>
              <a:spcBef>
                <a:spcPts val="800"/>
              </a:spcBef>
              <a:spcAft>
                <a:spcPts val="0"/>
              </a:spcAft>
              <a:buSzPts val="3600"/>
              <a:buFont typeface="Open Sans Medium"/>
              <a:buNone/>
              <a:defRPr sz="3600" b="0">
                <a:latin typeface="Open Sans Medium"/>
                <a:ea typeface="Open Sans Medium"/>
                <a:cs typeface="Open Sans Medium"/>
                <a:sym typeface="Open Sans Medium"/>
              </a:defRPr>
            </a:lvl1pPr>
            <a:lvl2pPr lvl="1">
              <a:lnSpc>
                <a:spcPct val="100000"/>
              </a:lnSpc>
              <a:spcBef>
                <a:spcPts val="800"/>
              </a:spcBef>
              <a:spcAft>
                <a:spcPts val="0"/>
              </a:spcAft>
              <a:buSzPts val="3600"/>
              <a:buFont typeface="Open Sans Medium"/>
              <a:buNone/>
              <a:defRPr sz="3600" b="0">
                <a:latin typeface="Open Sans Medium"/>
                <a:ea typeface="Open Sans Medium"/>
                <a:cs typeface="Open Sans Medium"/>
                <a:sym typeface="Open Sans Medium"/>
              </a:defRPr>
            </a:lvl2pPr>
            <a:lvl3pPr lvl="2">
              <a:lnSpc>
                <a:spcPct val="100000"/>
              </a:lnSpc>
              <a:spcBef>
                <a:spcPts val="800"/>
              </a:spcBef>
              <a:spcAft>
                <a:spcPts val="0"/>
              </a:spcAft>
              <a:buSzPts val="3600"/>
              <a:buFont typeface="Open Sans Medium"/>
              <a:buNone/>
              <a:defRPr sz="3600" b="0">
                <a:latin typeface="Open Sans Medium"/>
                <a:ea typeface="Open Sans Medium"/>
                <a:cs typeface="Open Sans Medium"/>
                <a:sym typeface="Open Sans Medium"/>
              </a:defRPr>
            </a:lvl3pPr>
            <a:lvl4pPr lvl="3">
              <a:lnSpc>
                <a:spcPct val="100000"/>
              </a:lnSpc>
              <a:spcBef>
                <a:spcPts val="800"/>
              </a:spcBef>
              <a:spcAft>
                <a:spcPts val="0"/>
              </a:spcAft>
              <a:buSzPts val="3600"/>
              <a:buFont typeface="Open Sans Medium"/>
              <a:buNone/>
              <a:defRPr sz="3600" b="0">
                <a:latin typeface="Open Sans Medium"/>
                <a:ea typeface="Open Sans Medium"/>
                <a:cs typeface="Open Sans Medium"/>
                <a:sym typeface="Open Sans Medium"/>
              </a:defRPr>
            </a:lvl4pPr>
            <a:lvl5pPr lvl="4">
              <a:lnSpc>
                <a:spcPct val="100000"/>
              </a:lnSpc>
              <a:spcBef>
                <a:spcPts val="800"/>
              </a:spcBef>
              <a:spcAft>
                <a:spcPts val="0"/>
              </a:spcAft>
              <a:buSzPts val="3600"/>
              <a:buFont typeface="Open Sans Medium"/>
              <a:buNone/>
              <a:defRPr sz="3600" b="0">
                <a:latin typeface="Open Sans Medium"/>
                <a:ea typeface="Open Sans Medium"/>
                <a:cs typeface="Open Sans Medium"/>
                <a:sym typeface="Open Sans Medium"/>
              </a:defRPr>
            </a:lvl5pPr>
            <a:lvl6pPr lvl="5">
              <a:lnSpc>
                <a:spcPct val="100000"/>
              </a:lnSpc>
              <a:spcBef>
                <a:spcPts val="800"/>
              </a:spcBef>
              <a:spcAft>
                <a:spcPts val="0"/>
              </a:spcAft>
              <a:buSzPts val="3600"/>
              <a:buFont typeface="Open Sans Medium"/>
              <a:buNone/>
              <a:defRPr sz="3600" b="0">
                <a:latin typeface="Open Sans Medium"/>
                <a:ea typeface="Open Sans Medium"/>
                <a:cs typeface="Open Sans Medium"/>
                <a:sym typeface="Open Sans Medium"/>
              </a:defRPr>
            </a:lvl6pPr>
            <a:lvl7pPr lvl="6">
              <a:lnSpc>
                <a:spcPct val="100000"/>
              </a:lnSpc>
              <a:spcBef>
                <a:spcPts val="800"/>
              </a:spcBef>
              <a:spcAft>
                <a:spcPts val="0"/>
              </a:spcAft>
              <a:buSzPts val="3600"/>
              <a:buFont typeface="Open Sans Medium"/>
              <a:buNone/>
              <a:defRPr sz="3600" b="0">
                <a:latin typeface="Open Sans Medium"/>
                <a:ea typeface="Open Sans Medium"/>
                <a:cs typeface="Open Sans Medium"/>
                <a:sym typeface="Open Sans Medium"/>
              </a:defRPr>
            </a:lvl7pPr>
            <a:lvl8pPr lvl="7">
              <a:lnSpc>
                <a:spcPct val="100000"/>
              </a:lnSpc>
              <a:spcBef>
                <a:spcPts val="800"/>
              </a:spcBef>
              <a:spcAft>
                <a:spcPts val="0"/>
              </a:spcAft>
              <a:buSzPts val="3600"/>
              <a:buFont typeface="Open Sans Medium"/>
              <a:buNone/>
              <a:defRPr sz="3600" b="0">
                <a:latin typeface="Open Sans Medium"/>
                <a:ea typeface="Open Sans Medium"/>
                <a:cs typeface="Open Sans Medium"/>
                <a:sym typeface="Open Sans Medium"/>
              </a:defRPr>
            </a:lvl8pPr>
            <a:lvl9pPr lvl="8">
              <a:lnSpc>
                <a:spcPct val="100000"/>
              </a:lnSpc>
              <a:spcBef>
                <a:spcPts val="800"/>
              </a:spcBef>
              <a:spcAft>
                <a:spcPts val="800"/>
              </a:spcAft>
              <a:buSzPts val="3600"/>
              <a:buFont typeface="Open Sans Medium"/>
              <a:buNone/>
              <a:defRPr sz="3600" b="0">
                <a:latin typeface="Open Sans Medium"/>
                <a:ea typeface="Open Sans Medium"/>
                <a:cs typeface="Open Sans Medium"/>
                <a:sym typeface="Open Sans Medium"/>
              </a:defRPr>
            </a:lvl9pPr>
          </a:lstStyle>
          <a:p>
            <a:r>
              <a:rPr lang="en-US"/>
              <a:t>Click to edit Master title style</a:t>
            </a:r>
            <a:endParaRPr/>
          </a:p>
        </p:txBody>
      </p:sp>
      <p:sp>
        <p:nvSpPr>
          <p:cNvPr id="72" name="Google Shape;72;p14"/>
          <p:cNvSpPr txBox="1">
            <a:spLocks noGrp="1"/>
          </p:cNvSpPr>
          <p:nvPr>
            <p:ph type="title" idx="2"/>
          </p:nvPr>
        </p:nvSpPr>
        <p:spPr>
          <a:xfrm>
            <a:off x="483275" y="3359900"/>
            <a:ext cx="7923000" cy="841800"/>
          </a:xfrm>
          <a:prstGeom prst="rect">
            <a:avLst/>
          </a:prstGeom>
        </p:spPr>
        <p:txBody>
          <a:bodyPr spcFirstLastPara="1" wrap="square" lIns="91425" tIns="91425" rIns="91425" bIns="91425" anchor="ctr" anchorCtr="0">
            <a:normAutofit/>
          </a:bodyPr>
          <a:lstStyle>
            <a:lvl1pPr lvl="0">
              <a:lnSpc>
                <a:spcPct val="100000"/>
              </a:lnSpc>
              <a:spcBef>
                <a:spcPts val="800"/>
              </a:spcBef>
              <a:spcAft>
                <a:spcPts val="0"/>
              </a:spcAft>
              <a:buClr>
                <a:srgbClr val="00395D"/>
              </a:buClr>
              <a:buSzPts val="2800"/>
              <a:buNone/>
              <a:defRPr b="0">
                <a:solidFill>
                  <a:srgbClr val="00395D"/>
                </a:solidFill>
              </a:defRPr>
            </a:lvl1pPr>
            <a:lvl2pPr lvl="1">
              <a:lnSpc>
                <a:spcPct val="100000"/>
              </a:lnSpc>
              <a:spcBef>
                <a:spcPts val="800"/>
              </a:spcBef>
              <a:spcAft>
                <a:spcPts val="0"/>
              </a:spcAft>
              <a:buClr>
                <a:srgbClr val="00395D"/>
              </a:buClr>
              <a:buSzPts val="2800"/>
              <a:buNone/>
              <a:defRPr b="0">
                <a:solidFill>
                  <a:srgbClr val="00395D"/>
                </a:solidFill>
              </a:defRPr>
            </a:lvl2pPr>
            <a:lvl3pPr lvl="2">
              <a:lnSpc>
                <a:spcPct val="100000"/>
              </a:lnSpc>
              <a:spcBef>
                <a:spcPts val="800"/>
              </a:spcBef>
              <a:spcAft>
                <a:spcPts val="0"/>
              </a:spcAft>
              <a:buClr>
                <a:srgbClr val="00395D"/>
              </a:buClr>
              <a:buSzPts val="2800"/>
              <a:buNone/>
              <a:defRPr b="0">
                <a:solidFill>
                  <a:srgbClr val="00395D"/>
                </a:solidFill>
              </a:defRPr>
            </a:lvl3pPr>
            <a:lvl4pPr lvl="3">
              <a:lnSpc>
                <a:spcPct val="100000"/>
              </a:lnSpc>
              <a:spcBef>
                <a:spcPts val="800"/>
              </a:spcBef>
              <a:spcAft>
                <a:spcPts val="0"/>
              </a:spcAft>
              <a:buClr>
                <a:srgbClr val="00395D"/>
              </a:buClr>
              <a:buSzPts val="2800"/>
              <a:buNone/>
              <a:defRPr b="0">
                <a:solidFill>
                  <a:srgbClr val="00395D"/>
                </a:solidFill>
              </a:defRPr>
            </a:lvl4pPr>
            <a:lvl5pPr lvl="4">
              <a:lnSpc>
                <a:spcPct val="100000"/>
              </a:lnSpc>
              <a:spcBef>
                <a:spcPts val="800"/>
              </a:spcBef>
              <a:spcAft>
                <a:spcPts val="0"/>
              </a:spcAft>
              <a:buClr>
                <a:srgbClr val="00395D"/>
              </a:buClr>
              <a:buSzPts val="2800"/>
              <a:buNone/>
              <a:defRPr b="0">
                <a:solidFill>
                  <a:srgbClr val="00395D"/>
                </a:solidFill>
              </a:defRPr>
            </a:lvl5pPr>
            <a:lvl6pPr lvl="5">
              <a:lnSpc>
                <a:spcPct val="100000"/>
              </a:lnSpc>
              <a:spcBef>
                <a:spcPts val="800"/>
              </a:spcBef>
              <a:spcAft>
                <a:spcPts val="0"/>
              </a:spcAft>
              <a:buClr>
                <a:srgbClr val="00395D"/>
              </a:buClr>
              <a:buSzPts val="2800"/>
              <a:buNone/>
              <a:defRPr b="0">
                <a:solidFill>
                  <a:srgbClr val="00395D"/>
                </a:solidFill>
              </a:defRPr>
            </a:lvl6pPr>
            <a:lvl7pPr lvl="6">
              <a:lnSpc>
                <a:spcPct val="100000"/>
              </a:lnSpc>
              <a:spcBef>
                <a:spcPts val="800"/>
              </a:spcBef>
              <a:spcAft>
                <a:spcPts val="0"/>
              </a:spcAft>
              <a:buClr>
                <a:srgbClr val="00395D"/>
              </a:buClr>
              <a:buSzPts val="2800"/>
              <a:buNone/>
              <a:defRPr b="0">
                <a:solidFill>
                  <a:srgbClr val="00395D"/>
                </a:solidFill>
              </a:defRPr>
            </a:lvl7pPr>
            <a:lvl8pPr lvl="7">
              <a:lnSpc>
                <a:spcPct val="100000"/>
              </a:lnSpc>
              <a:spcBef>
                <a:spcPts val="800"/>
              </a:spcBef>
              <a:spcAft>
                <a:spcPts val="0"/>
              </a:spcAft>
              <a:buClr>
                <a:srgbClr val="00395D"/>
              </a:buClr>
              <a:buSzPts val="2800"/>
              <a:buNone/>
              <a:defRPr b="0">
                <a:solidFill>
                  <a:srgbClr val="00395D"/>
                </a:solidFill>
              </a:defRPr>
            </a:lvl8pPr>
            <a:lvl9pPr lvl="8">
              <a:lnSpc>
                <a:spcPct val="100000"/>
              </a:lnSpc>
              <a:spcBef>
                <a:spcPts val="800"/>
              </a:spcBef>
              <a:spcAft>
                <a:spcPts val="800"/>
              </a:spcAft>
              <a:buClr>
                <a:srgbClr val="00395D"/>
              </a:buClr>
              <a:buSzPts val="2800"/>
              <a:buNone/>
              <a:defRPr b="0">
                <a:solidFill>
                  <a:srgbClr val="00395D"/>
                </a:solidFill>
              </a:defRPr>
            </a:lvl9pPr>
          </a:lstStyle>
          <a:p>
            <a:r>
              <a:rPr lang="en-US"/>
              <a:t>Click to edit Master title style</a:t>
            </a:r>
            <a:endParaRPr/>
          </a:p>
        </p:txBody>
      </p:sp>
    </p:spTree>
    <p:extLst>
      <p:ext uri="{BB962C8B-B14F-4D97-AF65-F5344CB8AC3E}">
        <p14:creationId xmlns:p14="http://schemas.microsoft.com/office/powerpoint/2010/main" val="11406353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30449" y="1520303"/>
            <a:ext cx="3768912" cy="31753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329" y="1520303"/>
            <a:ext cx="3775470" cy="31753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F125D950-B2B3-8F46-1CF8-AA86265BE433}"/>
              </a:ext>
            </a:extLst>
          </p:cNvPr>
          <p:cNvSpPr>
            <a:spLocks noGrp="1"/>
          </p:cNvSpPr>
          <p:nvPr>
            <p:ph type="title" hasCustomPrompt="1"/>
          </p:nvPr>
        </p:nvSpPr>
        <p:spPr>
          <a:xfrm>
            <a:off x="430449" y="426119"/>
            <a:ext cx="7773524" cy="685800"/>
          </a:xfrm>
        </p:spPr>
        <p:txBody>
          <a:bodyPr/>
          <a:lstStyle>
            <a:lvl1pPr>
              <a:defRPr/>
            </a:lvl1pPr>
          </a:lstStyle>
          <a:p>
            <a:r>
              <a:rPr lang="en-US" dirty="0"/>
              <a:t>Slide Title Style</a:t>
            </a:r>
          </a:p>
        </p:txBody>
      </p:sp>
      <p:sp>
        <p:nvSpPr>
          <p:cNvPr id="8" name="Text Placeholder 7">
            <a:extLst>
              <a:ext uri="{FF2B5EF4-FFF2-40B4-BE49-F238E27FC236}">
                <a16:creationId xmlns:a16="http://schemas.microsoft.com/office/drawing/2014/main" id="{84D67902-75D3-8AC2-9FA0-FBE8281453FC}"/>
              </a:ext>
            </a:extLst>
          </p:cNvPr>
          <p:cNvSpPr>
            <a:spLocks noGrp="1"/>
          </p:cNvSpPr>
          <p:nvPr>
            <p:ph type="body" sz="quarter" idx="16" hasCustomPrompt="1"/>
          </p:nvPr>
        </p:nvSpPr>
        <p:spPr>
          <a:xfrm>
            <a:off x="430449" y="1111919"/>
            <a:ext cx="7773524" cy="408384"/>
          </a:xfrm>
        </p:spPr>
        <p:txBody>
          <a:bodyPr/>
          <a:lstStyle>
            <a:lvl1pPr marL="0" indent="0">
              <a:buFont typeface="Arial" panose="020B0604020202020204" pitchFamily="34" charset="0"/>
              <a:buNone/>
              <a:defRPr>
                <a:solidFill>
                  <a:schemeClr val="accent1">
                    <a:lumMod val="90000"/>
                    <a:lumOff val="10000"/>
                  </a:schemeClr>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Slide Subtitle Style</a:t>
            </a:r>
          </a:p>
        </p:txBody>
      </p:sp>
    </p:spTree>
    <p:extLst>
      <p:ext uri="{BB962C8B-B14F-4D97-AF65-F5344CB8AC3E}">
        <p14:creationId xmlns:p14="http://schemas.microsoft.com/office/powerpoint/2010/main" val="1911352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Open Sans ExtraBold"/>
              <a:buNone/>
              <a:defRPr sz="3300" b="0" i="0" u="none" strike="noStrike" cap="none">
                <a:solidFill>
                  <a:schemeClr val="dk1"/>
                </a:solidFill>
                <a:latin typeface="Open Sans ExtraBold"/>
                <a:ea typeface="Open Sans ExtraBold"/>
                <a:cs typeface="Open Sans ExtraBold"/>
                <a:sym typeface="Open Sans ExtraBold"/>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Open Sans"/>
                <a:ea typeface="Open Sans"/>
                <a:cs typeface="Open Sans"/>
                <a:sym typeface="Open Sans"/>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0" r:id="rId10"/>
    <p:sldLayoutId id="2147483671" r:id="rId11"/>
    <p:sldLayoutId id="2147483672" r:id="rId12"/>
    <p:sldLayoutId id="2147483673" r:id="rId13"/>
    <p:sldLayoutId id="2147483674" r:id="rId14"/>
    <p:sldLayoutId id="2147483675" r:id="rId15"/>
    <p:sldLayoutId id="2147483678" r:id="rId16"/>
    <p:sldLayoutId id="2147483679"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9.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8.xml"/><Relationship Id="rId4" Type="http://schemas.openxmlformats.org/officeDocument/2006/relationships/image" Target="../media/image32.sv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8" Type="http://schemas.openxmlformats.org/officeDocument/2006/relationships/hyperlink" Target="https://www.youtube.com/c/OpenSearchProject" TargetMode="External"/><Relationship Id="rId3" Type="http://schemas.openxmlformats.org/officeDocument/2006/relationships/hyperlink" Target="https://forum.opensearch.org/" TargetMode="External"/><Relationship Id="rId7" Type="http://schemas.openxmlformats.org/officeDocument/2006/relationships/hyperlink" Target="https://github.com/opensearch-project/OpenSearch/blob/main/MAINTAINERS.md" TargetMode="External"/><Relationship Id="rId2" Type="http://schemas.openxmlformats.org/officeDocument/2006/relationships/notesSlide" Target="../notesSlides/notesSlide20.xml"/><Relationship Id="rId1" Type="http://schemas.openxmlformats.org/officeDocument/2006/relationships/slideLayout" Target="../slideLayouts/slideLayout21.xml"/><Relationship Id="rId6" Type="http://schemas.openxmlformats.org/officeDocument/2006/relationships/hyperlink" Target="https://www.meetup.com/pro/opensearchproject/" TargetMode="External"/><Relationship Id="rId11" Type="http://schemas.openxmlformats.org/officeDocument/2006/relationships/image" Target="../media/image44.png"/><Relationship Id="rId5" Type="http://schemas.openxmlformats.org/officeDocument/2006/relationships/hyperlink" Target="https://www.meetup.com/opensearch/events/" TargetMode="External"/><Relationship Id="rId10" Type="http://schemas.openxmlformats.org/officeDocument/2006/relationships/image" Target="../media/image43.png"/><Relationship Id="rId4" Type="http://schemas.openxmlformats.org/officeDocument/2006/relationships/hyperlink" Target="https://opensearch.org/slack/" TargetMode="External"/><Relationship Id="rId9" Type="http://schemas.openxmlformats.org/officeDocument/2006/relationships/hyperlink" Target="https://www.linkedin.com/company/opensearch-project/"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opensearch-project/opensearch-go/pull/421" TargetMode="External"/><Relationship Id="rId2" Type="http://schemas.openxmlformats.org/officeDocument/2006/relationships/notesSlide" Target="../notesSlides/notesSlide27.xml"/><Relationship Id="rId1" Type="http://schemas.openxmlformats.org/officeDocument/2006/relationships/slideLayout" Target="../slideLayouts/slideLayout18.xml"/><Relationship Id="rId5" Type="http://schemas.openxmlformats.org/officeDocument/2006/relationships/image" Target="../media/image53.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opensearch-project/documentation-website/pull/6702" TargetMode="External"/><Relationship Id="rId2" Type="http://schemas.openxmlformats.org/officeDocument/2006/relationships/notesSlide" Target="../notesSlides/notesSlide28.xml"/><Relationship Id="rId1" Type="http://schemas.openxmlformats.org/officeDocument/2006/relationships/slideLayout" Target="../slideLayouts/slideLayout18.xml"/><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18.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opensearch-project/OpenSearch/issues?q=is%3Aissue%20state%3Aopen%20label%3A%22good%20first%20issue%22&amp;page=2" TargetMode="External"/><Relationship Id="rId2" Type="http://schemas.openxmlformats.org/officeDocument/2006/relationships/notesSlide" Target="../notesSlides/notesSlide32.xml"/><Relationship Id="rId1" Type="http://schemas.openxmlformats.org/officeDocument/2006/relationships/slideLayout" Target="../slideLayouts/slideLayout19.xml"/><Relationship Id="rId5" Type="http://schemas.openxmlformats.org/officeDocument/2006/relationships/image" Target="../media/image50.png"/><Relationship Id="rId4" Type="http://schemas.openxmlformats.org/officeDocument/2006/relationships/hyperlink" Target="https://github.com/search?q=org%3Aopensearch-project%20is%3Aissue%20is%3Aopen%20label%3A%22good%20first%20issue%22%20&amp;type=issu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1"/>
          <p:cNvSpPr txBox="1">
            <a:spLocks noGrp="1"/>
          </p:cNvSpPr>
          <p:nvPr>
            <p:ph type="ctrTitle"/>
          </p:nvPr>
        </p:nvSpPr>
        <p:spPr>
          <a:xfrm>
            <a:off x="628650" y="2020128"/>
            <a:ext cx="8197298" cy="1103243"/>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Clr>
                <a:schemeClr val="lt1"/>
              </a:buClr>
              <a:buSzPts val="3600"/>
              <a:buFont typeface="Open Sans ExtraBold"/>
              <a:buNone/>
            </a:pPr>
            <a:r>
              <a:rPr lang="en-GB" sz="3600" dirty="0"/>
              <a:t>Beyond Pull Requests: </a:t>
            </a:r>
            <a:br>
              <a:rPr lang="en-GB" sz="3600" dirty="0"/>
            </a:br>
            <a:r>
              <a:rPr lang="en-GB" sz="3600" dirty="0"/>
              <a:t>How Non-Code Contributions Scale Open-Source Projects</a:t>
            </a:r>
            <a:endParaRPr dirty="0"/>
          </a:p>
        </p:txBody>
      </p:sp>
      <p:sp>
        <p:nvSpPr>
          <p:cNvPr id="123" name="Google Shape;123;p31"/>
          <p:cNvSpPr txBox="1">
            <a:spLocks noGrp="1"/>
          </p:cNvSpPr>
          <p:nvPr>
            <p:ph type="subTitle" idx="1"/>
          </p:nvPr>
        </p:nvSpPr>
        <p:spPr>
          <a:xfrm>
            <a:off x="628650" y="3840479"/>
            <a:ext cx="6858000" cy="937498"/>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2700"/>
              <a:buNone/>
            </a:pPr>
            <a:r>
              <a:rPr lang="en-GB" sz="2700"/>
              <a:t>Sakshi Nasha, Kris Freedain</a:t>
            </a:r>
            <a:endParaRPr sz="2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2"/>
          <p:cNvSpPr txBox="1">
            <a:spLocks noGrp="1"/>
          </p:cNvSpPr>
          <p:nvPr>
            <p:ph type="title"/>
          </p:nvPr>
        </p:nvSpPr>
        <p:spPr>
          <a:xfrm>
            <a:off x="586396" y="126072"/>
            <a:ext cx="4108200" cy="589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Open Sans ExtraBold"/>
              <a:buNone/>
            </a:pPr>
            <a:r>
              <a:rPr lang="en-GB"/>
              <a:t>About Us</a:t>
            </a:r>
            <a:endParaRPr/>
          </a:p>
        </p:txBody>
      </p:sp>
      <p:sp>
        <p:nvSpPr>
          <p:cNvPr id="130" name="Google Shape;130;p32"/>
          <p:cNvSpPr txBox="1">
            <a:spLocks noGrp="1"/>
          </p:cNvSpPr>
          <p:nvPr>
            <p:ph type="body" idx="1"/>
          </p:nvPr>
        </p:nvSpPr>
        <p:spPr>
          <a:xfrm>
            <a:off x="490350" y="879625"/>
            <a:ext cx="3404700" cy="3444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2100"/>
              <a:buNone/>
            </a:pPr>
            <a:r>
              <a:rPr lang="en-GB" sz="1900"/>
              <a:t>Kris Freedain (he/him)</a:t>
            </a:r>
            <a:endParaRPr sz="1900"/>
          </a:p>
        </p:txBody>
      </p:sp>
      <p:sp>
        <p:nvSpPr>
          <p:cNvPr id="131" name="Google Shape;131;p32"/>
          <p:cNvSpPr txBox="1">
            <a:spLocks noGrp="1"/>
          </p:cNvSpPr>
          <p:nvPr>
            <p:ph type="body" idx="2"/>
          </p:nvPr>
        </p:nvSpPr>
        <p:spPr>
          <a:xfrm>
            <a:off x="463800" y="1274575"/>
            <a:ext cx="3899700" cy="1198500"/>
          </a:xfrm>
          <a:prstGeom prst="rect">
            <a:avLst/>
          </a:prstGeom>
          <a:noFill/>
          <a:ln>
            <a:noFill/>
          </a:ln>
        </p:spPr>
        <p:txBody>
          <a:bodyPr spcFirstLastPara="1" wrap="square" lIns="68575" tIns="34275" rIns="68575" bIns="34275" anchor="t" anchorCtr="0">
            <a:noAutofit/>
          </a:bodyPr>
          <a:lstStyle/>
          <a:p>
            <a:pPr marL="177800" lvl="0" indent="-228600" algn="l" rtl="0">
              <a:lnSpc>
                <a:spcPct val="150000"/>
              </a:lnSpc>
              <a:spcBef>
                <a:spcPts val="0"/>
              </a:spcBef>
              <a:spcAft>
                <a:spcPts val="0"/>
              </a:spcAft>
              <a:buClr>
                <a:schemeClr val="dk1"/>
              </a:buClr>
              <a:buSzPts val="1400"/>
              <a:buFont typeface="Noto Sans Symbols"/>
              <a:buChar char="▪"/>
            </a:pPr>
            <a:r>
              <a:rPr lang="en-GB" sz="1400" dirty="0"/>
              <a:t>Senior Community Manager (AWS)</a:t>
            </a:r>
            <a:endParaRPr sz="1400" dirty="0"/>
          </a:p>
          <a:p>
            <a:pPr marL="520700" lvl="1" indent="-228600" algn="l" rtl="0">
              <a:lnSpc>
                <a:spcPct val="150000"/>
              </a:lnSpc>
              <a:spcBef>
                <a:spcPts val="0"/>
              </a:spcBef>
              <a:spcAft>
                <a:spcPts val="0"/>
              </a:spcAft>
              <a:buClr>
                <a:schemeClr val="dk1"/>
              </a:buClr>
              <a:buSzPts val="1400"/>
              <a:buFont typeface="Noto Sans Symbols"/>
              <a:buChar char="▪"/>
            </a:pPr>
            <a:r>
              <a:rPr lang="en-GB" sz="1400" dirty="0"/>
              <a:t>OpenSearch Project</a:t>
            </a:r>
            <a:endParaRPr sz="1400" dirty="0"/>
          </a:p>
          <a:p>
            <a:pPr marL="520700" lvl="1" indent="-228600" algn="l" rtl="0">
              <a:lnSpc>
                <a:spcPct val="150000"/>
              </a:lnSpc>
              <a:spcBef>
                <a:spcPts val="0"/>
              </a:spcBef>
              <a:spcAft>
                <a:spcPts val="0"/>
              </a:spcAft>
              <a:buClr>
                <a:schemeClr val="dk1"/>
              </a:buClr>
              <a:buSzPts val="1400"/>
              <a:buFont typeface="Noto Sans Symbols"/>
              <a:buChar char="▪"/>
            </a:pPr>
            <a:r>
              <a:rPr lang="en-GB" sz="1400" dirty="0"/>
              <a:t>OpenSearch Software Foundation</a:t>
            </a:r>
            <a:endParaRPr sz="1400" dirty="0"/>
          </a:p>
          <a:p>
            <a:pPr marL="177800" lvl="0" indent="-228600" algn="l" rtl="0">
              <a:lnSpc>
                <a:spcPct val="150000"/>
              </a:lnSpc>
              <a:spcBef>
                <a:spcPts val="0"/>
              </a:spcBef>
              <a:spcAft>
                <a:spcPts val="0"/>
              </a:spcAft>
              <a:buClr>
                <a:schemeClr val="dk1"/>
              </a:buClr>
              <a:buSzPts val="1400"/>
              <a:buFont typeface="Noto Sans Symbols"/>
              <a:buChar char="▪"/>
            </a:pPr>
            <a:r>
              <a:rPr lang="en-GB" sz="1400" dirty="0"/>
              <a:t>Joined the project - Oct 2021</a:t>
            </a:r>
            <a:endParaRPr sz="1400" dirty="0"/>
          </a:p>
        </p:txBody>
      </p:sp>
      <p:pic>
        <p:nvPicPr>
          <p:cNvPr id="132" name="Google Shape;132;p32"/>
          <p:cNvPicPr preferRelativeResize="0"/>
          <p:nvPr/>
        </p:nvPicPr>
        <p:blipFill rotWithShape="1">
          <a:blip r:embed="rId3">
            <a:alphaModFix/>
          </a:blip>
          <a:srcRect/>
          <a:stretch/>
        </p:blipFill>
        <p:spPr>
          <a:xfrm>
            <a:off x="4766600" y="772825"/>
            <a:ext cx="1700249" cy="1700249"/>
          </a:xfrm>
          <a:prstGeom prst="rect">
            <a:avLst/>
          </a:prstGeom>
          <a:noFill/>
          <a:ln>
            <a:noFill/>
          </a:ln>
        </p:spPr>
      </p:pic>
      <p:pic>
        <p:nvPicPr>
          <p:cNvPr id="133" name="Google Shape;133;p32"/>
          <p:cNvPicPr preferRelativeResize="0"/>
          <p:nvPr/>
        </p:nvPicPr>
        <p:blipFill rotWithShape="1">
          <a:blip r:embed="rId4">
            <a:alphaModFix/>
          </a:blip>
          <a:srcRect/>
          <a:stretch/>
        </p:blipFill>
        <p:spPr>
          <a:xfrm>
            <a:off x="4571999" y="2528075"/>
            <a:ext cx="342388" cy="188300"/>
          </a:xfrm>
          <a:prstGeom prst="rect">
            <a:avLst/>
          </a:prstGeom>
          <a:noFill/>
          <a:ln>
            <a:noFill/>
          </a:ln>
        </p:spPr>
      </p:pic>
      <p:pic>
        <p:nvPicPr>
          <p:cNvPr id="134" name="Google Shape;134;p32"/>
          <p:cNvPicPr preferRelativeResize="0"/>
          <p:nvPr/>
        </p:nvPicPr>
        <p:blipFill rotWithShape="1">
          <a:blip r:embed="rId5">
            <a:alphaModFix/>
          </a:blip>
          <a:srcRect/>
          <a:stretch/>
        </p:blipFill>
        <p:spPr>
          <a:xfrm>
            <a:off x="5110886" y="2473079"/>
            <a:ext cx="283460" cy="298301"/>
          </a:xfrm>
          <a:prstGeom prst="rect">
            <a:avLst/>
          </a:prstGeom>
          <a:noFill/>
          <a:ln>
            <a:noFill/>
          </a:ln>
        </p:spPr>
      </p:pic>
      <p:pic>
        <p:nvPicPr>
          <p:cNvPr id="135" name="Google Shape;135;p32"/>
          <p:cNvPicPr preferRelativeResize="0"/>
          <p:nvPr/>
        </p:nvPicPr>
        <p:blipFill rotWithShape="1">
          <a:blip r:embed="rId6">
            <a:alphaModFix/>
          </a:blip>
          <a:srcRect/>
          <a:stretch/>
        </p:blipFill>
        <p:spPr>
          <a:xfrm>
            <a:off x="4899450" y="2528078"/>
            <a:ext cx="211415" cy="188292"/>
          </a:xfrm>
          <a:prstGeom prst="rect">
            <a:avLst/>
          </a:prstGeom>
          <a:noFill/>
          <a:ln>
            <a:noFill/>
          </a:ln>
        </p:spPr>
      </p:pic>
      <p:pic>
        <p:nvPicPr>
          <p:cNvPr id="136" name="Google Shape;136;p32"/>
          <p:cNvPicPr preferRelativeResize="0"/>
          <p:nvPr/>
        </p:nvPicPr>
        <p:blipFill rotWithShape="1">
          <a:blip r:embed="rId7">
            <a:alphaModFix/>
          </a:blip>
          <a:srcRect/>
          <a:stretch/>
        </p:blipFill>
        <p:spPr>
          <a:xfrm>
            <a:off x="5400271" y="2480491"/>
            <a:ext cx="283460" cy="283460"/>
          </a:xfrm>
          <a:prstGeom prst="rect">
            <a:avLst/>
          </a:prstGeom>
          <a:noFill/>
          <a:ln>
            <a:noFill/>
          </a:ln>
        </p:spPr>
      </p:pic>
      <p:sp>
        <p:nvSpPr>
          <p:cNvPr id="137" name="Google Shape;137;p32"/>
          <p:cNvSpPr txBox="1"/>
          <p:nvPr/>
        </p:nvSpPr>
        <p:spPr>
          <a:xfrm>
            <a:off x="5648766" y="2479275"/>
            <a:ext cx="1370700" cy="285900"/>
          </a:xfrm>
          <a:prstGeom prst="rect">
            <a:avLst/>
          </a:prstGeom>
          <a:noFill/>
          <a:ln>
            <a:noFill/>
          </a:ln>
        </p:spPr>
        <p:txBody>
          <a:bodyPr spcFirstLastPara="1" wrap="square" lIns="68875" tIns="34425" rIns="68875" bIns="34425" anchor="t" anchorCtr="0">
            <a:spAutoFit/>
          </a:bodyPr>
          <a:lstStyle/>
          <a:p>
            <a:pPr marL="0" marR="0" lvl="0" indent="0" algn="l" rtl="0">
              <a:spcBef>
                <a:spcPts val="0"/>
              </a:spcBef>
              <a:spcAft>
                <a:spcPts val="0"/>
              </a:spcAft>
              <a:buNone/>
            </a:pPr>
            <a:r>
              <a:rPr lang="en-GB" sz="1406" b="0" i="0" u="none" strike="noStrike" cap="none">
                <a:solidFill>
                  <a:schemeClr val="dk1"/>
                </a:solidFill>
                <a:latin typeface="Open Sans"/>
                <a:ea typeface="Open Sans"/>
                <a:cs typeface="Open Sans"/>
                <a:sym typeface="Open Sans"/>
              </a:rPr>
              <a:t>krisfreedain</a:t>
            </a:r>
            <a:endParaRPr sz="1105"/>
          </a:p>
        </p:txBody>
      </p:sp>
      <p:sp>
        <p:nvSpPr>
          <p:cNvPr id="138" name="Google Shape;138;p32"/>
          <p:cNvSpPr txBox="1">
            <a:spLocks noGrp="1"/>
          </p:cNvSpPr>
          <p:nvPr>
            <p:ph type="body" idx="1"/>
          </p:nvPr>
        </p:nvSpPr>
        <p:spPr>
          <a:xfrm>
            <a:off x="490338" y="2719988"/>
            <a:ext cx="3404700" cy="3444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2100"/>
              <a:buNone/>
            </a:pPr>
            <a:r>
              <a:rPr lang="en-GB" sz="1900"/>
              <a:t>Sakshi Nasha (she/her)</a:t>
            </a:r>
            <a:endParaRPr sz="1900"/>
          </a:p>
        </p:txBody>
      </p:sp>
      <p:sp>
        <p:nvSpPr>
          <p:cNvPr id="139" name="Google Shape;139;p32"/>
          <p:cNvSpPr txBox="1">
            <a:spLocks noGrp="1"/>
          </p:cNvSpPr>
          <p:nvPr>
            <p:ph type="body" idx="2"/>
          </p:nvPr>
        </p:nvSpPr>
        <p:spPr>
          <a:xfrm>
            <a:off x="490350" y="3184300"/>
            <a:ext cx="4204200" cy="1896600"/>
          </a:xfrm>
          <a:prstGeom prst="rect">
            <a:avLst/>
          </a:prstGeom>
          <a:noFill/>
          <a:ln>
            <a:noFill/>
          </a:ln>
        </p:spPr>
        <p:txBody>
          <a:bodyPr spcFirstLastPara="1" wrap="square" lIns="68575" tIns="34275" rIns="68575" bIns="34275" anchor="t" anchorCtr="0">
            <a:noAutofit/>
          </a:bodyPr>
          <a:lstStyle/>
          <a:p>
            <a:pPr marL="177800" lvl="0" indent="-241300" algn="l" rtl="0">
              <a:lnSpc>
                <a:spcPct val="150000"/>
              </a:lnSpc>
              <a:spcBef>
                <a:spcPts val="0"/>
              </a:spcBef>
              <a:spcAft>
                <a:spcPts val="0"/>
              </a:spcAft>
              <a:buClr>
                <a:schemeClr val="dk1"/>
              </a:buClr>
              <a:buSzPts val="1600"/>
              <a:buFont typeface="Open Sans"/>
              <a:buChar char="▪"/>
            </a:pPr>
            <a:r>
              <a:rPr lang="en-GB" sz="1600" dirty="0"/>
              <a:t>Software Engineer @Cohesity</a:t>
            </a:r>
            <a:endParaRPr sz="1600" dirty="0"/>
          </a:p>
          <a:p>
            <a:pPr marL="177800" lvl="0" indent="-241300" algn="l" rtl="0">
              <a:lnSpc>
                <a:spcPct val="150000"/>
              </a:lnSpc>
              <a:spcBef>
                <a:spcPts val="0"/>
              </a:spcBef>
              <a:spcAft>
                <a:spcPts val="0"/>
              </a:spcAft>
              <a:buClr>
                <a:schemeClr val="dk1"/>
              </a:buClr>
              <a:buSzPts val="1600"/>
              <a:buFont typeface="Open Sans"/>
              <a:buChar char="▪"/>
            </a:pPr>
            <a:r>
              <a:rPr lang="en-GB" sz="1600" dirty="0">
                <a:solidFill>
                  <a:srgbClr val="373839"/>
                </a:solidFill>
              </a:rPr>
              <a:t>OpenSearch Ambassador &amp; Contributor</a:t>
            </a:r>
            <a:endParaRPr sz="1600" dirty="0">
              <a:solidFill>
                <a:srgbClr val="373839"/>
              </a:solidFill>
            </a:endParaRPr>
          </a:p>
          <a:p>
            <a:pPr marL="177800" lvl="0" indent="-241300" algn="l" rtl="0">
              <a:lnSpc>
                <a:spcPct val="150000"/>
              </a:lnSpc>
              <a:spcBef>
                <a:spcPts val="0"/>
              </a:spcBef>
              <a:spcAft>
                <a:spcPts val="0"/>
              </a:spcAft>
              <a:buClr>
                <a:schemeClr val="dk1"/>
              </a:buClr>
              <a:buSzPts val="1600"/>
              <a:buFont typeface="Open Sans"/>
              <a:buChar char="▪"/>
            </a:pPr>
            <a:r>
              <a:rPr lang="en-GB" sz="1600" dirty="0">
                <a:solidFill>
                  <a:srgbClr val="373839"/>
                </a:solidFill>
              </a:rPr>
              <a:t>🗣️ 25+ International talks</a:t>
            </a:r>
            <a:endParaRPr sz="1600" dirty="0">
              <a:solidFill>
                <a:srgbClr val="373839"/>
              </a:solidFill>
            </a:endParaRPr>
          </a:p>
          <a:p>
            <a:pPr marL="177800" lvl="0" indent="-241300" algn="l" rtl="0">
              <a:lnSpc>
                <a:spcPct val="150000"/>
              </a:lnSpc>
              <a:spcBef>
                <a:spcPts val="0"/>
              </a:spcBef>
              <a:spcAft>
                <a:spcPts val="0"/>
              </a:spcAft>
              <a:buClr>
                <a:schemeClr val="dk1"/>
              </a:buClr>
              <a:buSzPts val="1600"/>
              <a:buFont typeface="Open Sans"/>
              <a:buChar char="▪"/>
            </a:pPr>
            <a:r>
              <a:rPr lang="en-GB" sz="1600" dirty="0">
                <a:solidFill>
                  <a:srgbClr val="373839"/>
                </a:solidFill>
              </a:rPr>
              <a:t>🏸 🧗🏻‍♀️ ✈️</a:t>
            </a:r>
            <a:endParaRPr sz="1600" dirty="0">
              <a:solidFill>
                <a:srgbClr val="373839"/>
              </a:solidFill>
            </a:endParaRPr>
          </a:p>
          <a:p>
            <a:pPr marL="177800" lvl="0" indent="0" algn="l" rtl="0">
              <a:lnSpc>
                <a:spcPct val="150000"/>
              </a:lnSpc>
              <a:spcBef>
                <a:spcPts val="0"/>
              </a:spcBef>
              <a:spcAft>
                <a:spcPts val="0"/>
              </a:spcAft>
              <a:buNone/>
            </a:pPr>
            <a:endParaRPr sz="1600" dirty="0"/>
          </a:p>
        </p:txBody>
      </p:sp>
      <p:pic>
        <p:nvPicPr>
          <p:cNvPr id="140" name="Google Shape;140;p32"/>
          <p:cNvPicPr preferRelativeResize="0"/>
          <p:nvPr/>
        </p:nvPicPr>
        <p:blipFill>
          <a:blip r:embed="rId8">
            <a:alphaModFix/>
          </a:blip>
          <a:stretch>
            <a:fillRect/>
          </a:stretch>
        </p:blipFill>
        <p:spPr>
          <a:xfrm>
            <a:off x="0" y="4560350"/>
            <a:ext cx="2621900" cy="589800"/>
          </a:xfrm>
          <a:prstGeom prst="rect">
            <a:avLst/>
          </a:prstGeom>
          <a:noFill/>
          <a:ln>
            <a:noFill/>
          </a:ln>
        </p:spPr>
      </p:pic>
      <p:pic>
        <p:nvPicPr>
          <p:cNvPr id="141" name="Google Shape;141;p32"/>
          <p:cNvPicPr preferRelativeResize="0"/>
          <p:nvPr/>
        </p:nvPicPr>
        <p:blipFill>
          <a:blip r:embed="rId9">
            <a:alphaModFix/>
          </a:blip>
          <a:stretch>
            <a:fillRect/>
          </a:stretch>
        </p:blipFill>
        <p:spPr>
          <a:xfrm>
            <a:off x="6842700" y="3691250"/>
            <a:ext cx="1040075" cy="882700"/>
          </a:xfrm>
          <a:prstGeom prst="rect">
            <a:avLst/>
          </a:prstGeom>
          <a:noFill/>
          <a:ln>
            <a:noFill/>
          </a:ln>
        </p:spPr>
      </p:pic>
      <p:pic>
        <p:nvPicPr>
          <p:cNvPr id="142" name="Google Shape;142;p32"/>
          <p:cNvPicPr preferRelativeResize="0"/>
          <p:nvPr/>
        </p:nvPicPr>
        <p:blipFill>
          <a:blip r:embed="rId10">
            <a:alphaModFix/>
          </a:blip>
          <a:stretch>
            <a:fillRect/>
          </a:stretch>
        </p:blipFill>
        <p:spPr>
          <a:xfrm>
            <a:off x="4733700" y="2746463"/>
            <a:ext cx="1936300" cy="1936325"/>
          </a:xfrm>
          <a:prstGeom prst="rect">
            <a:avLst/>
          </a:prstGeom>
          <a:noFill/>
          <a:ln>
            <a:noFill/>
          </a:ln>
        </p:spPr>
      </p:pic>
      <p:pic>
        <p:nvPicPr>
          <p:cNvPr id="143" name="Google Shape;143;p32"/>
          <p:cNvPicPr preferRelativeResize="0"/>
          <p:nvPr/>
        </p:nvPicPr>
        <p:blipFill rotWithShape="1">
          <a:blip r:embed="rId4">
            <a:alphaModFix/>
          </a:blip>
          <a:srcRect/>
          <a:stretch/>
        </p:blipFill>
        <p:spPr>
          <a:xfrm>
            <a:off x="4733689" y="4699101"/>
            <a:ext cx="286645" cy="285088"/>
          </a:xfrm>
          <a:prstGeom prst="rect">
            <a:avLst/>
          </a:prstGeom>
          <a:noFill/>
          <a:ln>
            <a:noFill/>
          </a:ln>
        </p:spPr>
      </p:pic>
      <p:pic>
        <p:nvPicPr>
          <p:cNvPr id="144" name="Google Shape;144;p32"/>
          <p:cNvPicPr preferRelativeResize="0"/>
          <p:nvPr/>
        </p:nvPicPr>
        <p:blipFill rotWithShape="1">
          <a:blip r:embed="rId7">
            <a:alphaModFix/>
          </a:blip>
          <a:srcRect/>
          <a:stretch/>
        </p:blipFill>
        <p:spPr>
          <a:xfrm>
            <a:off x="5059421" y="4699916"/>
            <a:ext cx="283460" cy="283460"/>
          </a:xfrm>
          <a:prstGeom prst="rect">
            <a:avLst/>
          </a:prstGeom>
          <a:noFill/>
          <a:ln>
            <a:noFill/>
          </a:ln>
        </p:spPr>
      </p:pic>
      <p:sp>
        <p:nvSpPr>
          <p:cNvPr id="145" name="Google Shape;145;p32"/>
          <p:cNvSpPr txBox="1"/>
          <p:nvPr/>
        </p:nvSpPr>
        <p:spPr>
          <a:xfrm>
            <a:off x="5311887" y="4712900"/>
            <a:ext cx="12111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a:solidFill>
                  <a:schemeClr val="dk1"/>
                </a:solidFill>
                <a:latin typeface="Open Sans"/>
                <a:ea typeface="Open Sans"/>
                <a:cs typeface="Open Sans"/>
                <a:sym typeface="Open Sans"/>
              </a:rPr>
              <a:t>sakshi-nasha</a:t>
            </a:r>
            <a:endParaRPr sz="1400">
              <a:solidFill>
                <a:schemeClr val="dk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3"/>
          <p:cNvSpPr txBox="1">
            <a:spLocks noGrp="1"/>
          </p:cNvSpPr>
          <p:nvPr>
            <p:ph type="ctrTitle"/>
          </p:nvPr>
        </p:nvSpPr>
        <p:spPr>
          <a:xfrm>
            <a:off x="715575" y="217284"/>
            <a:ext cx="5985900" cy="43809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SzPts val="990"/>
              <a:buNone/>
            </a:pPr>
            <a:r>
              <a:rPr lang="en-GB" sz="4450" dirty="0"/>
              <a:t>“I want to contribute to open source…</a:t>
            </a:r>
            <a:endParaRPr sz="4450" dirty="0"/>
          </a:p>
          <a:p>
            <a:pPr marL="0" lvl="0" indent="0" algn="l" rtl="0">
              <a:spcBef>
                <a:spcPts val="0"/>
              </a:spcBef>
              <a:spcAft>
                <a:spcPts val="0"/>
              </a:spcAft>
              <a:buSzPts val="990"/>
              <a:buNone/>
            </a:pPr>
            <a:r>
              <a:rPr lang="en-GB" sz="4450" dirty="0"/>
              <a:t>but I’m not good enough to write code.”</a:t>
            </a:r>
            <a:endParaRPr sz="4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4"/>
          <p:cNvSpPr txBox="1">
            <a:spLocks noGrp="1"/>
          </p:cNvSpPr>
          <p:nvPr>
            <p:ph type="ctrTitle"/>
          </p:nvPr>
        </p:nvSpPr>
        <p:spPr>
          <a:xfrm>
            <a:off x="715575" y="217284"/>
            <a:ext cx="5985900" cy="43809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GB" sz="4450" dirty="0"/>
              <a:t>Most open source projects don’t struggle because of lack of code.</a:t>
            </a:r>
            <a:endParaRPr sz="4450" dirty="0"/>
          </a:p>
          <a:p>
            <a:pPr marL="0" lvl="0" indent="0" algn="l" rtl="0">
              <a:spcBef>
                <a:spcPts val="0"/>
              </a:spcBef>
              <a:spcAft>
                <a:spcPts val="0"/>
              </a:spcAft>
              <a:buSzPts val="990"/>
              <a:buNone/>
            </a:pPr>
            <a:r>
              <a:rPr lang="en-GB" sz="4450" dirty="0"/>
              <a:t>They struggle because of lack of community.</a:t>
            </a:r>
            <a:endParaRPr sz="4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59"/>
        <p:cNvGrpSpPr/>
        <p:nvPr/>
      </p:nvGrpSpPr>
      <p:grpSpPr>
        <a:xfrm>
          <a:off x="0" y="0"/>
          <a:ext cx="0" cy="0"/>
          <a:chOff x="0" y="0"/>
          <a:chExt cx="0" cy="0"/>
        </a:xfrm>
      </p:grpSpPr>
      <p:sp>
        <p:nvSpPr>
          <p:cNvPr id="160" name="Google Shape;160;p35"/>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t>What Stops Beginners?</a:t>
            </a:r>
            <a:endParaRPr/>
          </a:p>
        </p:txBody>
      </p:sp>
      <p:graphicFrame>
        <p:nvGraphicFramePr>
          <p:cNvPr id="161" name="Google Shape;161;p35"/>
          <p:cNvGraphicFramePr/>
          <p:nvPr>
            <p:extLst>
              <p:ext uri="{D42A27DB-BD31-4B8C-83A1-F6EECF244321}">
                <p14:modId xmlns:p14="http://schemas.microsoft.com/office/powerpoint/2010/main" val="935005054"/>
              </p:ext>
            </p:extLst>
          </p:nvPr>
        </p:nvGraphicFramePr>
        <p:xfrm>
          <a:off x="952500" y="1619250"/>
          <a:ext cx="7239000" cy="2194410"/>
        </p:xfrm>
        <a:graphic>
          <a:graphicData uri="http://schemas.openxmlformats.org/drawingml/2006/table">
            <a:tbl>
              <a:tblPr>
                <a:noFill/>
                <a:tableStyleId>{9E70F2CA-B2E6-4924-A546-CD18965906D0}</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GB"/>
                        <a:t>FEAR</a:t>
                      </a:r>
                      <a:endParaRPr/>
                    </a:p>
                  </a:txBody>
                  <a:tcPr marL="91425" marR="91425" marT="91425" marB="91425"/>
                </a:tc>
                <a:tc>
                  <a:txBody>
                    <a:bodyPr/>
                    <a:lstStyle/>
                    <a:p>
                      <a:pPr marL="0" lvl="0" indent="0" algn="l" rtl="0">
                        <a:spcBef>
                          <a:spcPts val="0"/>
                        </a:spcBef>
                        <a:spcAft>
                          <a:spcPts val="0"/>
                        </a:spcAft>
                        <a:buNone/>
                      </a:pPr>
                      <a:r>
                        <a:rPr lang="en-GB"/>
                        <a:t>REALITY</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dirty="0"/>
                        <a:t>“I’m not expert enough”	</a:t>
                      </a:r>
                      <a:endParaRPr dirty="0"/>
                    </a:p>
                  </a:txBody>
                  <a:tcPr marL="91425" marR="91425" marT="91425" marB="91425"/>
                </a:tc>
                <a:tc>
                  <a:txBody>
                    <a:bodyPr/>
                    <a:lstStyle/>
                    <a:p>
                      <a:pPr marL="0" lvl="0" indent="0" algn="l" rtl="0">
                        <a:spcBef>
                          <a:spcPts val="0"/>
                        </a:spcBef>
                        <a:spcAft>
                          <a:spcPts val="0"/>
                        </a:spcAft>
                        <a:buNone/>
                      </a:pPr>
                      <a:r>
                        <a:rPr lang="en-GB"/>
                        <a:t>Maintainers need fresh eyes</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a:t>“I can’t code at that level”</a:t>
                      </a:r>
                      <a:endParaRPr/>
                    </a:p>
                  </a:txBody>
                  <a:tcPr marL="91425" marR="91425" marT="91425" marB="91425"/>
                </a:tc>
                <a:tc>
                  <a:txBody>
                    <a:bodyPr/>
                    <a:lstStyle/>
                    <a:p>
                      <a:pPr marL="0" lvl="0" indent="0" algn="l" rtl="0">
                        <a:spcBef>
                          <a:spcPts val="0"/>
                        </a:spcBef>
                        <a:spcAft>
                          <a:spcPts val="0"/>
                        </a:spcAft>
                        <a:buNone/>
                      </a:pPr>
                      <a:r>
                        <a:rPr lang="en-GB"/>
                        <a:t>Docs/testing are critical</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GB" dirty="0"/>
                        <a:t>“I’m worried what others will think”</a:t>
                      </a:r>
                      <a:endParaRPr dirty="0"/>
                    </a:p>
                  </a:txBody>
                  <a:tcPr marL="91425" marR="91425" marT="91425" marB="91425"/>
                </a:tc>
                <a:tc>
                  <a:txBody>
                    <a:bodyPr/>
                    <a:lstStyle/>
                    <a:p>
                      <a:pPr marL="0" lvl="0" indent="0" algn="l" rtl="0">
                        <a:spcBef>
                          <a:spcPts val="0"/>
                        </a:spcBef>
                        <a:spcAft>
                          <a:spcPts val="0"/>
                        </a:spcAft>
                        <a:buNone/>
                      </a:pPr>
                      <a:r>
                        <a:rPr lang="en-GB"/>
                        <a:t>OSS is collaborative</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GB"/>
                        <a:t>“I don’t know where to start”</a:t>
                      </a:r>
                      <a:endParaRPr/>
                    </a:p>
                  </a:txBody>
                  <a:tcPr marL="91425" marR="91425" marT="91425" marB="91425"/>
                </a:tc>
                <a:tc>
                  <a:txBody>
                    <a:bodyPr/>
                    <a:lstStyle/>
                    <a:p>
                      <a:pPr marL="0" lvl="0" indent="0" algn="l" rtl="0">
                        <a:spcBef>
                          <a:spcPts val="0"/>
                        </a:spcBef>
                        <a:spcAft>
                          <a:spcPts val="0"/>
                        </a:spcAft>
                        <a:buNone/>
                      </a:pPr>
                      <a:r>
                        <a:rPr lang="en-GB" dirty="0"/>
                        <a:t>You just need curiosity </a:t>
                      </a:r>
                      <a:br>
                        <a:rPr lang="en-GB" dirty="0"/>
                      </a:br>
                      <a:r>
                        <a:rPr lang="en-GB" dirty="0"/>
                        <a:t>Good first issues exist</a:t>
                      </a:r>
                      <a:endParaRPr dirty="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6"/>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t>What REALLY Powers Open Source</a:t>
            </a:r>
            <a:endParaRPr/>
          </a:p>
        </p:txBody>
      </p:sp>
      <p:grpSp>
        <p:nvGrpSpPr>
          <p:cNvPr id="167" name="Google Shape;167;p36"/>
          <p:cNvGrpSpPr/>
          <p:nvPr/>
        </p:nvGrpSpPr>
        <p:grpSpPr>
          <a:xfrm>
            <a:off x="6038025" y="2411210"/>
            <a:ext cx="2469661" cy="1384500"/>
            <a:chOff x="6038025" y="2598925"/>
            <a:chExt cx="2469661" cy="1384500"/>
          </a:xfrm>
        </p:grpSpPr>
        <p:cxnSp>
          <p:nvCxnSpPr>
            <p:cNvPr id="168" name="Google Shape;168;p36"/>
            <p:cNvCxnSpPr/>
            <p:nvPr/>
          </p:nvCxnSpPr>
          <p:spPr>
            <a:xfrm>
              <a:off x="6038025" y="3312550"/>
              <a:ext cx="582000" cy="0"/>
            </a:xfrm>
            <a:prstGeom prst="straightConnector1">
              <a:avLst/>
            </a:prstGeom>
            <a:noFill/>
            <a:ln w="9525" cap="flat" cmpd="sng">
              <a:solidFill>
                <a:srgbClr val="C2C2C2"/>
              </a:solidFill>
              <a:prstDash val="solid"/>
              <a:round/>
              <a:headEnd type="none" w="sm" len="sm"/>
              <a:tailEnd type="none" w="sm" len="sm"/>
            </a:ln>
          </p:spPr>
        </p:cxnSp>
        <p:sp>
          <p:nvSpPr>
            <p:cNvPr id="169" name="Google Shape;169;p36"/>
            <p:cNvSpPr txBox="1"/>
            <p:nvPr/>
          </p:nvSpPr>
          <p:spPr>
            <a:xfrm>
              <a:off x="6640486" y="2598925"/>
              <a:ext cx="1867200" cy="138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dirty="0">
                  <a:latin typeface="Roboto"/>
                  <a:ea typeface="Roboto"/>
                  <a:cs typeface="Roboto"/>
                  <a:sym typeface="Roboto"/>
                </a:rPr>
                <a:t>Questions</a:t>
              </a:r>
              <a:endParaRPr sz="1200" b="1" dirty="0">
                <a:latin typeface="Roboto"/>
                <a:ea typeface="Roboto"/>
                <a:cs typeface="Roboto"/>
                <a:sym typeface="Roboto"/>
              </a:endParaRPr>
            </a:p>
            <a:p>
              <a:pPr marL="0" lvl="0" indent="0" algn="l" rtl="0">
                <a:spcBef>
                  <a:spcPts val="0"/>
                </a:spcBef>
                <a:spcAft>
                  <a:spcPts val="0"/>
                </a:spcAft>
                <a:buNone/>
              </a:pPr>
              <a:r>
                <a:rPr lang="en-GB" sz="1200" b="1" dirty="0">
                  <a:latin typeface="Roboto"/>
                  <a:ea typeface="Roboto"/>
                  <a:cs typeface="Roboto"/>
                  <a:sym typeface="Roboto"/>
                </a:rPr>
                <a:t>Documentation</a:t>
              </a:r>
              <a:endParaRPr sz="1200" b="1" dirty="0">
                <a:latin typeface="Roboto"/>
                <a:ea typeface="Roboto"/>
                <a:cs typeface="Roboto"/>
                <a:sym typeface="Roboto"/>
              </a:endParaRPr>
            </a:p>
            <a:p>
              <a:pPr marL="0" lvl="0" indent="0" algn="l" rtl="0">
                <a:spcBef>
                  <a:spcPts val="0"/>
                </a:spcBef>
                <a:spcAft>
                  <a:spcPts val="0"/>
                </a:spcAft>
                <a:buNone/>
              </a:pPr>
              <a:r>
                <a:rPr lang="en-GB" sz="1200" b="1" dirty="0">
                  <a:latin typeface="Roboto"/>
                  <a:ea typeface="Roboto"/>
                  <a:cs typeface="Roboto"/>
                  <a:sym typeface="Roboto"/>
                </a:rPr>
                <a:t>Testing</a:t>
              </a:r>
              <a:endParaRPr sz="1200" b="1" dirty="0">
                <a:latin typeface="Roboto"/>
                <a:ea typeface="Roboto"/>
                <a:cs typeface="Roboto"/>
                <a:sym typeface="Roboto"/>
              </a:endParaRPr>
            </a:p>
            <a:p>
              <a:pPr marL="0" lvl="0" indent="0" algn="l" rtl="0">
                <a:spcBef>
                  <a:spcPts val="0"/>
                </a:spcBef>
                <a:spcAft>
                  <a:spcPts val="0"/>
                </a:spcAft>
                <a:buNone/>
              </a:pPr>
              <a:r>
                <a:rPr lang="en-GB" sz="1200" b="1" dirty="0">
                  <a:latin typeface="Roboto"/>
                  <a:ea typeface="Roboto"/>
                  <a:cs typeface="Roboto"/>
                  <a:sym typeface="Roboto"/>
                </a:rPr>
                <a:t>Bug reports</a:t>
              </a:r>
              <a:endParaRPr sz="1200" b="1" dirty="0">
                <a:latin typeface="Roboto"/>
                <a:ea typeface="Roboto"/>
                <a:cs typeface="Roboto"/>
                <a:sym typeface="Roboto"/>
              </a:endParaRPr>
            </a:p>
            <a:p>
              <a:pPr marL="0" lvl="0" indent="0" algn="l" rtl="0">
                <a:spcBef>
                  <a:spcPts val="0"/>
                </a:spcBef>
                <a:spcAft>
                  <a:spcPts val="0"/>
                </a:spcAft>
                <a:buNone/>
              </a:pPr>
              <a:r>
                <a:rPr lang="en-GB" sz="1200" b="1" dirty="0">
                  <a:latin typeface="Roboto"/>
                  <a:ea typeface="Roboto"/>
                  <a:cs typeface="Roboto"/>
                  <a:sym typeface="Roboto"/>
                </a:rPr>
                <a:t>Community support</a:t>
              </a:r>
              <a:br>
                <a:rPr lang="en-GB" sz="1200" b="1" dirty="0">
                  <a:latin typeface="Roboto"/>
                  <a:ea typeface="Roboto"/>
                  <a:cs typeface="Roboto"/>
                  <a:sym typeface="Roboto"/>
                </a:rPr>
              </a:br>
              <a:r>
                <a:rPr lang="en-GB" sz="1200" b="1" dirty="0">
                  <a:latin typeface="Roboto"/>
                  <a:ea typeface="Roboto"/>
                  <a:cs typeface="Roboto"/>
                  <a:sym typeface="Roboto"/>
                </a:rPr>
                <a:t>Sharing knowledge</a:t>
              </a:r>
            </a:p>
          </p:txBody>
        </p:sp>
        <p:sp>
          <p:nvSpPr>
            <p:cNvPr id="170" name="Google Shape;170;p36"/>
            <p:cNvSpPr/>
            <p:nvPr/>
          </p:nvSpPr>
          <p:spPr>
            <a:xfrm>
              <a:off x="6424027" y="3212150"/>
              <a:ext cx="198600" cy="198300"/>
            </a:xfrm>
            <a:prstGeom prst="ellipse">
              <a:avLst/>
            </a:prstGeom>
            <a:solidFill>
              <a:srgbClr val="9325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6"/>
            <p:cNvSpPr txBox="1"/>
            <p:nvPr/>
          </p:nvSpPr>
          <p:spPr>
            <a:xfrm>
              <a:off x="6399017" y="3156109"/>
              <a:ext cx="247500" cy="31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GB" sz="800">
                  <a:solidFill>
                    <a:srgbClr val="FFFFFF"/>
                  </a:solidFill>
                  <a:latin typeface="Roboto"/>
                  <a:ea typeface="Roboto"/>
                  <a:cs typeface="Roboto"/>
                  <a:sym typeface="Roboto"/>
                </a:rPr>
                <a:t>3</a:t>
              </a:r>
              <a:endParaRPr sz="800">
                <a:solidFill>
                  <a:srgbClr val="FFFFFF"/>
                </a:solidFill>
                <a:latin typeface="Roboto"/>
                <a:ea typeface="Roboto"/>
                <a:cs typeface="Roboto"/>
                <a:sym typeface="Roboto"/>
              </a:endParaRPr>
            </a:p>
          </p:txBody>
        </p:sp>
      </p:grpSp>
      <p:grpSp>
        <p:nvGrpSpPr>
          <p:cNvPr id="172" name="Google Shape;172;p36"/>
          <p:cNvGrpSpPr/>
          <p:nvPr/>
        </p:nvGrpSpPr>
        <p:grpSpPr>
          <a:xfrm>
            <a:off x="636321" y="1638728"/>
            <a:ext cx="2994729" cy="1384500"/>
            <a:chOff x="636321" y="1844098"/>
            <a:chExt cx="2994729" cy="1384500"/>
          </a:xfrm>
        </p:grpSpPr>
        <p:sp>
          <p:nvSpPr>
            <p:cNvPr id="173" name="Google Shape;173;p36"/>
            <p:cNvSpPr txBox="1"/>
            <p:nvPr/>
          </p:nvSpPr>
          <p:spPr>
            <a:xfrm>
              <a:off x="636321" y="1844098"/>
              <a:ext cx="1867200" cy="138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200" b="1">
                  <a:latin typeface="Roboto"/>
                  <a:ea typeface="Roboto"/>
                  <a:cs typeface="Roboto"/>
                  <a:sym typeface="Roboto"/>
                </a:rPr>
                <a:t>Reviews</a:t>
              </a:r>
              <a:endParaRPr sz="1200" b="1">
                <a:latin typeface="Roboto"/>
                <a:ea typeface="Roboto"/>
                <a:cs typeface="Roboto"/>
                <a:sym typeface="Roboto"/>
              </a:endParaRPr>
            </a:p>
            <a:p>
              <a:pPr marL="0" lvl="0" indent="0" algn="r" rtl="0">
                <a:spcBef>
                  <a:spcPts val="0"/>
                </a:spcBef>
                <a:spcAft>
                  <a:spcPts val="0"/>
                </a:spcAft>
                <a:buNone/>
              </a:pPr>
              <a:r>
                <a:rPr lang="en-GB" sz="1200" b="1">
                  <a:latin typeface="Roboto"/>
                  <a:ea typeface="Roboto"/>
                  <a:cs typeface="Roboto"/>
                  <a:sym typeface="Roboto"/>
                </a:rPr>
                <a:t>RFC discussions</a:t>
              </a:r>
              <a:endParaRPr sz="1200" b="1">
                <a:latin typeface="Roboto"/>
                <a:ea typeface="Roboto"/>
                <a:cs typeface="Roboto"/>
                <a:sym typeface="Roboto"/>
              </a:endParaRPr>
            </a:p>
            <a:p>
              <a:pPr marL="0" lvl="0" indent="0" algn="r" rtl="0">
                <a:spcBef>
                  <a:spcPts val="0"/>
                </a:spcBef>
                <a:spcAft>
                  <a:spcPts val="0"/>
                </a:spcAft>
                <a:buNone/>
              </a:pPr>
              <a:r>
                <a:rPr lang="en-GB" sz="1200" b="1">
                  <a:latin typeface="Roboto"/>
                  <a:ea typeface="Roboto"/>
                  <a:cs typeface="Roboto"/>
                  <a:sym typeface="Roboto"/>
                </a:rPr>
                <a:t>Samples</a:t>
              </a:r>
              <a:endParaRPr sz="1200" b="1">
                <a:latin typeface="Roboto"/>
                <a:ea typeface="Roboto"/>
                <a:cs typeface="Roboto"/>
                <a:sym typeface="Roboto"/>
              </a:endParaRPr>
            </a:p>
            <a:p>
              <a:pPr marL="0" lvl="0" indent="0" algn="r" rtl="0">
                <a:spcBef>
                  <a:spcPts val="0"/>
                </a:spcBef>
                <a:spcAft>
                  <a:spcPts val="0"/>
                </a:spcAft>
                <a:buNone/>
              </a:pPr>
              <a:r>
                <a:rPr lang="en-GB" sz="1200" b="1">
                  <a:latin typeface="Roboto"/>
                  <a:ea typeface="Roboto"/>
                  <a:cs typeface="Roboto"/>
                  <a:sym typeface="Roboto"/>
                </a:rPr>
                <a:t>Blogs</a:t>
              </a:r>
              <a:endParaRPr sz="1200" b="1">
                <a:latin typeface="Roboto"/>
                <a:ea typeface="Roboto"/>
                <a:cs typeface="Roboto"/>
                <a:sym typeface="Roboto"/>
              </a:endParaRPr>
            </a:p>
          </p:txBody>
        </p:sp>
        <p:cxnSp>
          <p:nvCxnSpPr>
            <p:cNvPr id="174" name="Google Shape;174;p36"/>
            <p:cNvCxnSpPr/>
            <p:nvPr/>
          </p:nvCxnSpPr>
          <p:spPr>
            <a:xfrm rot="10800000">
              <a:off x="2587350" y="2536350"/>
              <a:ext cx="1043700" cy="0"/>
            </a:xfrm>
            <a:prstGeom prst="straightConnector1">
              <a:avLst/>
            </a:prstGeom>
            <a:noFill/>
            <a:ln w="9525" cap="flat" cmpd="sng">
              <a:solidFill>
                <a:srgbClr val="C2C2C2"/>
              </a:solidFill>
              <a:prstDash val="solid"/>
              <a:round/>
              <a:headEnd type="none" w="sm" len="sm"/>
              <a:tailEnd type="none" w="sm" len="sm"/>
            </a:ln>
          </p:spPr>
        </p:cxnSp>
        <p:sp>
          <p:nvSpPr>
            <p:cNvPr id="175" name="Google Shape;175;p36"/>
            <p:cNvSpPr/>
            <p:nvPr/>
          </p:nvSpPr>
          <p:spPr>
            <a:xfrm>
              <a:off x="2523501" y="2431050"/>
              <a:ext cx="198600" cy="198300"/>
            </a:xfrm>
            <a:prstGeom prst="ellipse">
              <a:avLst/>
            </a:prstGeom>
            <a:solidFill>
              <a:srgbClr val="771E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6"/>
            <p:cNvSpPr txBox="1"/>
            <p:nvPr/>
          </p:nvSpPr>
          <p:spPr>
            <a:xfrm>
              <a:off x="2498491" y="2373759"/>
              <a:ext cx="247500" cy="31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GB" sz="800">
                  <a:solidFill>
                    <a:srgbClr val="FFFFFF"/>
                  </a:solidFill>
                  <a:latin typeface="Roboto"/>
                  <a:ea typeface="Roboto"/>
                  <a:cs typeface="Roboto"/>
                  <a:sym typeface="Roboto"/>
                </a:rPr>
                <a:t>2</a:t>
              </a:r>
              <a:endParaRPr sz="800">
                <a:solidFill>
                  <a:srgbClr val="FFFFFF"/>
                </a:solidFill>
                <a:latin typeface="Roboto"/>
                <a:ea typeface="Roboto"/>
                <a:cs typeface="Roboto"/>
                <a:sym typeface="Roboto"/>
              </a:endParaRPr>
            </a:p>
          </p:txBody>
        </p:sp>
      </p:grpSp>
      <p:grpSp>
        <p:nvGrpSpPr>
          <p:cNvPr id="177" name="Google Shape;177;p36"/>
          <p:cNvGrpSpPr/>
          <p:nvPr/>
        </p:nvGrpSpPr>
        <p:grpSpPr>
          <a:xfrm>
            <a:off x="4908100" y="737545"/>
            <a:ext cx="3599586" cy="1384500"/>
            <a:chOff x="4908100" y="889950"/>
            <a:chExt cx="3599586" cy="1384500"/>
          </a:xfrm>
        </p:grpSpPr>
        <p:cxnSp>
          <p:nvCxnSpPr>
            <p:cNvPr id="178" name="Google Shape;178;p36"/>
            <p:cNvCxnSpPr/>
            <p:nvPr/>
          </p:nvCxnSpPr>
          <p:spPr>
            <a:xfrm>
              <a:off x="4908100" y="1593250"/>
              <a:ext cx="1715100" cy="0"/>
            </a:xfrm>
            <a:prstGeom prst="straightConnector1">
              <a:avLst/>
            </a:prstGeom>
            <a:noFill/>
            <a:ln w="9525" cap="flat" cmpd="sng">
              <a:solidFill>
                <a:srgbClr val="C2C2C2"/>
              </a:solidFill>
              <a:prstDash val="solid"/>
              <a:round/>
              <a:headEnd type="none" w="sm" len="sm"/>
              <a:tailEnd type="none" w="sm" len="sm"/>
            </a:ln>
          </p:spPr>
        </p:cxnSp>
        <p:sp>
          <p:nvSpPr>
            <p:cNvPr id="179" name="Google Shape;179;p36"/>
            <p:cNvSpPr txBox="1"/>
            <p:nvPr/>
          </p:nvSpPr>
          <p:spPr>
            <a:xfrm>
              <a:off x="6640486" y="889950"/>
              <a:ext cx="1867200" cy="138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1600"/>
                </a:spcAft>
                <a:buNone/>
              </a:pPr>
              <a:r>
                <a:rPr lang="en-GB" sz="1200" b="1">
                  <a:latin typeface="Roboto"/>
                  <a:ea typeface="Roboto"/>
                  <a:cs typeface="Roboto"/>
                  <a:sym typeface="Roboto"/>
                </a:rPr>
                <a:t>Feature development</a:t>
              </a:r>
              <a:endParaRPr sz="800" b="1">
                <a:latin typeface="Roboto"/>
                <a:ea typeface="Roboto"/>
                <a:cs typeface="Roboto"/>
                <a:sym typeface="Roboto"/>
              </a:endParaRPr>
            </a:p>
          </p:txBody>
        </p:sp>
        <p:sp>
          <p:nvSpPr>
            <p:cNvPr id="180" name="Google Shape;180;p36"/>
            <p:cNvSpPr/>
            <p:nvPr/>
          </p:nvSpPr>
          <p:spPr>
            <a:xfrm>
              <a:off x="6427830" y="1493307"/>
              <a:ext cx="198600" cy="198300"/>
            </a:xfrm>
            <a:prstGeom prst="ellipse">
              <a:avLst/>
            </a:prstGeom>
            <a:solidFill>
              <a:srgbClr val="701C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6"/>
            <p:cNvSpPr txBox="1"/>
            <p:nvPr/>
          </p:nvSpPr>
          <p:spPr>
            <a:xfrm>
              <a:off x="6402820" y="1436790"/>
              <a:ext cx="247500" cy="31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GB" sz="800">
                  <a:solidFill>
                    <a:srgbClr val="FFFFFF"/>
                  </a:solidFill>
                  <a:latin typeface="Roboto"/>
                  <a:ea typeface="Roboto"/>
                  <a:cs typeface="Roboto"/>
                  <a:sym typeface="Roboto"/>
                </a:rPr>
                <a:t>1</a:t>
              </a:r>
              <a:endParaRPr sz="800">
                <a:solidFill>
                  <a:srgbClr val="FFFFFF"/>
                </a:solidFill>
                <a:latin typeface="Roboto"/>
                <a:ea typeface="Roboto"/>
                <a:cs typeface="Roboto"/>
                <a:sym typeface="Roboto"/>
              </a:endParaRPr>
            </a:p>
          </p:txBody>
        </p:sp>
      </p:grpSp>
      <p:grpSp>
        <p:nvGrpSpPr>
          <p:cNvPr id="182" name="Google Shape;182;p36"/>
          <p:cNvGrpSpPr/>
          <p:nvPr/>
        </p:nvGrpSpPr>
        <p:grpSpPr>
          <a:xfrm>
            <a:off x="2814594" y="945750"/>
            <a:ext cx="3514811" cy="3252003"/>
            <a:chOff x="2991269" y="1153325"/>
            <a:chExt cx="3514811" cy="3252003"/>
          </a:xfrm>
        </p:grpSpPr>
        <p:sp>
          <p:nvSpPr>
            <p:cNvPr id="183" name="Google Shape;183;p36"/>
            <p:cNvSpPr/>
            <p:nvPr/>
          </p:nvSpPr>
          <p:spPr>
            <a:xfrm>
              <a:off x="3477586" y="2585458"/>
              <a:ext cx="2541910" cy="950456"/>
            </a:xfrm>
            <a:custGeom>
              <a:avLst/>
              <a:gdLst/>
              <a:ahLst/>
              <a:cxnLst/>
              <a:rect l="l" t="t" r="r" b="b"/>
              <a:pathLst>
                <a:path w="126826" h="43529" extrusionOk="0">
                  <a:moveTo>
                    <a:pt x="0" y="20002"/>
                  </a:moveTo>
                  <a:lnTo>
                    <a:pt x="63389" y="43529"/>
                  </a:lnTo>
                  <a:lnTo>
                    <a:pt x="126826" y="19907"/>
                  </a:lnTo>
                  <a:lnTo>
                    <a:pt x="63580" y="0"/>
                  </a:lnTo>
                  <a:close/>
                </a:path>
              </a:pathLst>
            </a:custGeom>
            <a:solidFill>
              <a:srgbClr val="D9D9D9"/>
            </a:solidFill>
            <a:ln>
              <a:noFill/>
            </a:ln>
          </p:spPr>
          <p:txBody>
            <a:bodyPr/>
            <a:lstStyle/>
            <a:p>
              <a:endParaRPr lang="en-US"/>
            </a:p>
          </p:txBody>
        </p:sp>
        <p:sp>
          <p:nvSpPr>
            <p:cNvPr id="184" name="Google Shape;184;p36"/>
            <p:cNvSpPr/>
            <p:nvPr/>
          </p:nvSpPr>
          <p:spPr>
            <a:xfrm>
              <a:off x="2991269" y="3020977"/>
              <a:ext cx="1758228" cy="1384350"/>
            </a:xfrm>
            <a:custGeom>
              <a:avLst/>
              <a:gdLst/>
              <a:ahLst/>
              <a:cxnLst/>
              <a:rect l="l" t="t" r="r" b="b"/>
              <a:pathLst>
                <a:path w="87725" h="63817" extrusionOk="0">
                  <a:moveTo>
                    <a:pt x="24288" y="0"/>
                  </a:moveTo>
                  <a:lnTo>
                    <a:pt x="0" y="29908"/>
                  </a:lnTo>
                  <a:lnTo>
                    <a:pt x="87725" y="63817"/>
                  </a:lnTo>
                  <a:lnTo>
                    <a:pt x="87725" y="42291"/>
                  </a:lnTo>
                  <a:lnTo>
                    <a:pt x="87725" y="23526"/>
                  </a:lnTo>
                  <a:close/>
                </a:path>
              </a:pathLst>
            </a:custGeom>
            <a:solidFill>
              <a:srgbClr val="561561"/>
            </a:solidFill>
            <a:ln>
              <a:noFill/>
            </a:ln>
          </p:spPr>
          <p:txBody>
            <a:bodyPr/>
            <a:lstStyle/>
            <a:p>
              <a:endParaRPr lang="en-US"/>
            </a:p>
          </p:txBody>
        </p:sp>
        <p:sp>
          <p:nvSpPr>
            <p:cNvPr id="185" name="Google Shape;185;p36"/>
            <p:cNvSpPr/>
            <p:nvPr/>
          </p:nvSpPr>
          <p:spPr>
            <a:xfrm flipH="1">
              <a:off x="4747852" y="3020977"/>
              <a:ext cx="1758228" cy="1384350"/>
            </a:xfrm>
            <a:custGeom>
              <a:avLst/>
              <a:gdLst/>
              <a:ahLst/>
              <a:cxnLst/>
              <a:rect l="l" t="t" r="r" b="b"/>
              <a:pathLst>
                <a:path w="87725" h="63817" extrusionOk="0">
                  <a:moveTo>
                    <a:pt x="24288" y="0"/>
                  </a:moveTo>
                  <a:lnTo>
                    <a:pt x="0" y="29908"/>
                  </a:lnTo>
                  <a:lnTo>
                    <a:pt x="87725" y="63817"/>
                  </a:lnTo>
                  <a:lnTo>
                    <a:pt x="87725" y="42291"/>
                  </a:lnTo>
                  <a:lnTo>
                    <a:pt x="87725" y="23526"/>
                  </a:lnTo>
                  <a:close/>
                </a:path>
              </a:pathLst>
            </a:custGeom>
            <a:solidFill>
              <a:srgbClr val="9325A5"/>
            </a:solidFill>
            <a:ln>
              <a:noFill/>
            </a:ln>
          </p:spPr>
          <p:txBody>
            <a:bodyPr/>
            <a:lstStyle/>
            <a:p>
              <a:endParaRPr lang="en-US"/>
            </a:p>
          </p:txBody>
        </p:sp>
        <p:sp>
          <p:nvSpPr>
            <p:cNvPr id="186" name="Google Shape;186;p36"/>
            <p:cNvSpPr/>
            <p:nvPr/>
          </p:nvSpPr>
          <p:spPr>
            <a:xfrm>
              <a:off x="3969199" y="2001324"/>
              <a:ext cx="1565850" cy="585863"/>
            </a:xfrm>
            <a:custGeom>
              <a:avLst/>
              <a:gdLst/>
              <a:ahLst/>
              <a:cxnLst/>
              <a:rect l="l" t="t" r="r" b="b"/>
              <a:pathLst>
                <a:path w="24053" h="8150" extrusionOk="0">
                  <a:moveTo>
                    <a:pt x="0" y="3827"/>
                  </a:moveTo>
                  <a:lnTo>
                    <a:pt x="11976" y="8150"/>
                  </a:lnTo>
                  <a:lnTo>
                    <a:pt x="24053" y="3827"/>
                  </a:lnTo>
                  <a:lnTo>
                    <a:pt x="12126" y="0"/>
                  </a:lnTo>
                  <a:close/>
                </a:path>
              </a:pathLst>
            </a:custGeom>
            <a:solidFill>
              <a:srgbClr val="D9D9D9"/>
            </a:solidFill>
            <a:ln>
              <a:noFill/>
            </a:ln>
          </p:spPr>
          <p:txBody>
            <a:bodyPr/>
            <a:lstStyle/>
            <a:p>
              <a:endParaRPr lang="en-US"/>
            </a:p>
          </p:txBody>
        </p:sp>
        <p:sp>
          <p:nvSpPr>
            <p:cNvPr id="187" name="Google Shape;187;p36"/>
            <p:cNvSpPr/>
            <p:nvPr/>
          </p:nvSpPr>
          <p:spPr>
            <a:xfrm>
              <a:off x="3563255" y="2275837"/>
              <a:ext cx="1189300" cy="1015326"/>
            </a:xfrm>
            <a:custGeom>
              <a:avLst/>
              <a:gdLst/>
              <a:ahLst/>
              <a:cxnLst/>
              <a:rect l="l" t="t" r="r" b="b"/>
              <a:pathLst>
                <a:path w="18238" h="14114" extrusionOk="0">
                  <a:moveTo>
                    <a:pt x="6262" y="0"/>
                  </a:moveTo>
                  <a:lnTo>
                    <a:pt x="18238" y="4324"/>
                  </a:lnTo>
                  <a:lnTo>
                    <a:pt x="18238" y="14114"/>
                  </a:lnTo>
                  <a:lnTo>
                    <a:pt x="0" y="7554"/>
                  </a:lnTo>
                  <a:close/>
                </a:path>
              </a:pathLst>
            </a:custGeom>
            <a:solidFill>
              <a:srgbClr val="561561"/>
            </a:solidFill>
            <a:ln>
              <a:noFill/>
            </a:ln>
          </p:spPr>
          <p:txBody>
            <a:bodyPr/>
            <a:lstStyle/>
            <a:p>
              <a:endParaRPr lang="en-US"/>
            </a:p>
          </p:txBody>
        </p:sp>
        <p:sp>
          <p:nvSpPr>
            <p:cNvPr id="188" name="Google Shape;188;p36"/>
            <p:cNvSpPr/>
            <p:nvPr/>
          </p:nvSpPr>
          <p:spPr>
            <a:xfrm flipH="1">
              <a:off x="4749365" y="2275837"/>
              <a:ext cx="1189300" cy="1015326"/>
            </a:xfrm>
            <a:custGeom>
              <a:avLst/>
              <a:gdLst/>
              <a:ahLst/>
              <a:cxnLst/>
              <a:rect l="l" t="t" r="r" b="b"/>
              <a:pathLst>
                <a:path w="18238" h="14114" extrusionOk="0">
                  <a:moveTo>
                    <a:pt x="6262" y="0"/>
                  </a:moveTo>
                  <a:lnTo>
                    <a:pt x="18238" y="4324"/>
                  </a:lnTo>
                  <a:lnTo>
                    <a:pt x="18238" y="14114"/>
                  </a:lnTo>
                  <a:lnTo>
                    <a:pt x="0" y="7554"/>
                  </a:lnTo>
                  <a:close/>
                </a:path>
              </a:pathLst>
            </a:custGeom>
            <a:solidFill>
              <a:srgbClr val="771E86"/>
            </a:solidFill>
            <a:ln>
              <a:noFill/>
            </a:ln>
          </p:spPr>
          <p:txBody>
            <a:bodyPr/>
            <a:lstStyle/>
            <a:p>
              <a:endParaRPr lang="en-US"/>
            </a:p>
          </p:txBody>
        </p:sp>
        <p:sp>
          <p:nvSpPr>
            <p:cNvPr id="189" name="Google Shape;189;p36"/>
            <p:cNvSpPr/>
            <p:nvPr/>
          </p:nvSpPr>
          <p:spPr>
            <a:xfrm>
              <a:off x="4059061" y="1153325"/>
              <a:ext cx="693508" cy="1201140"/>
            </a:xfrm>
            <a:custGeom>
              <a:avLst/>
              <a:gdLst/>
              <a:ahLst/>
              <a:cxnLst/>
              <a:rect l="l" t="t" r="r" b="b"/>
              <a:pathLst>
                <a:path w="10635" h="16697" extrusionOk="0">
                  <a:moveTo>
                    <a:pt x="10635" y="0"/>
                  </a:moveTo>
                  <a:lnTo>
                    <a:pt x="0" y="12722"/>
                  </a:lnTo>
                  <a:lnTo>
                    <a:pt x="10635" y="16697"/>
                  </a:lnTo>
                  <a:close/>
                </a:path>
              </a:pathLst>
            </a:custGeom>
            <a:solidFill>
              <a:srgbClr val="561561"/>
            </a:solidFill>
            <a:ln>
              <a:noFill/>
            </a:ln>
          </p:spPr>
          <p:txBody>
            <a:bodyPr/>
            <a:lstStyle/>
            <a:p>
              <a:endParaRPr lang="en-US"/>
            </a:p>
          </p:txBody>
        </p:sp>
        <p:sp>
          <p:nvSpPr>
            <p:cNvPr id="190" name="Google Shape;190;p36"/>
            <p:cNvSpPr/>
            <p:nvPr/>
          </p:nvSpPr>
          <p:spPr>
            <a:xfrm flipH="1">
              <a:off x="4749350" y="1153325"/>
              <a:ext cx="693508" cy="1201140"/>
            </a:xfrm>
            <a:custGeom>
              <a:avLst/>
              <a:gdLst/>
              <a:ahLst/>
              <a:cxnLst/>
              <a:rect l="l" t="t" r="r" b="b"/>
              <a:pathLst>
                <a:path w="10635" h="16697" extrusionOk="0">
                  <a:moveTo>
                    <a:pt x="10635" y="0"/>
                  </a:moveTo>
                  <a:lnTo>
                    <a:pt x="0" y="12722"/>
                  </a:lnTo>
                  <a:lnTo>
                    <a:pt x="10635" y="16697"/>
                  </a:lnTo>
                  <a:close/>
                </a:path>
              </a:pathLst>
            </a:custGeom>
            <a:solidFill>
              <a:srgbClr val="701C7F"/>
            </a:solidFill>
            <a:ln>
              <a:noFill/>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7"/>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t>Types of Contributions</a:t>
            </a:r>
            <a:endParaRPr/>
          </a:p>
        </p:txBody>
      </p:sp>
      <p:grpSp>
        <p:nvGrpSpPr>
          <p:cNvPr id="196" name="Google Shape;196;p37"/>
          <p:cNvGrpSpPr/>
          <p:nvPr/>
        </p:nvGrpSpPr>
        <p:grpSpPr>
          <a:xfrm>
            <a:off x="1593000" y="3624562"/>
            <a:ext cx="5957975" cy="803631"/>
            <a:chOff x="1593000" y="2322568"/>
            <a:chExt cx="5957975" cy="643500"/>
          </a:xfrm>
        </p:grpSpPr>
        <p:sp>
          <p:nvSpPr>
            <p:cNvPr id="197" name="Google Shape;197;p37"/>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7"/>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7"/>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7"/>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600" dirty="0">
                  <a:solidFill>
                    <a:srgbClr val="FFFFFF"/>
                  </a:solidFill>
                  <a:latin typeface="Roboto Medium"/>
                  <a:ea typeface="Roboto Medium"/>
                  <a:cs typeface="Roboto Medium"/>
                  <a:sym typeface="Roboto Medium"/>
                </a:rPr>
                <a:t>Testing and Bug Reports</a:t>
              </a:r>
              <a:endParaRPr sz="1600" dirty="0">
                <a:solidFill>
                  <a:srgbClr val="FFFFFF"/>
                </a:solidFill>
                <a:latin typeface="Roboto"/>
                <a:ea typeface="Roboto"/>
                <a:cs typeface="Roboto"/>
                <a:sym typeface="Roboto"/>
              </a:endParaRPr>
            </a:p>
          </p:txBody>
        </p:sp>
        <p:sp>
          <p:nvSpPr>
            <p:cNvPr id="201" name="Google Shape;201;p37"/>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7"/>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600">
                  <a:solidFill>
                    <a:srgbClr val="FFFFFF"/>
                  </a:solidFill>
                  <a:latin typeface="Roboto Thin"/>
                  <a:ea typeface="Roboto Thin"/>
                  <a:cs typeface="Roboto Thin"/>
                  <a:sym typeface="Roboto Thin"/>
                </a:rPr>
                <a:t>05</a:t>
              </a:r>
              <a:endParaRPr sz="2600">
                <a:solidFill>
                  <a:srgbClr val="FFFFFF"/>
                </a:solidFill>
                <a:latin typeface="Roboto Thin"/>
                <a:ea typeface="Roboto Thin"/>
                <a:cs typeface="Roboto Thin"/>
                <a:sym typeface="Roboto Thin"/>
              </a:endParaRPr>
            </a:p>
          </p:txBody>
        </p:sp>
        <p:sp>
          <p:nvSpPr>
            <p:cNvPr id="203" name="Google Shape;203;p37"/>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1B786F"/>
                </a:buClr>
                <a:buSzPts val="800"/>
                <a:buFont typeface="Roboto"/>
                <a:buChar char="●"/>
              </a:pPr>
              <a:r>
                <a:rPr lang="en-GB" sz="1000" dirty="0">
                  <a:solidFill>
                    <a:srgbClr val="1B786F"/>
                  </a:solidFill>
                  <a:latin typeface="Roboto"/>
                  <a:ea typeface="Roboto"/>
                  <a:cs typeface="Roboto"/>
                  <a:sym typeface="Roboto"/>
                </a:rPr>
                <a:t>Testing the new features</a:t>
              </a:r>
              <a:endParaRPr sz="1000" dirty="0">
                <a:solidFill>
                  <a:srgbClr val="1B786F"/>
                </a:solidFill>
                <a:latin typeface="Roboto"/>
                <a:ea typeface="Roboto"/>
                <a:cs typeface="Roboto"/>
                <a:sym typeface="Roboto"/>
              </a:endParaRPr>
            </a:p>
            <a:p>
              <a:pPr marL="457200" lvl="0" indent="-279400" algn="l" rtl="0">
                <a:lnSpc>
                  <a:spcPct val="115000"/>
                </a:lnSpc>
                <a:spcBef>
                  <a:spcPts val="0"/>
                </a:spcBef>
                <a:spcAft>
                  <a:spcPts val="0"/>
                </a:spcAft>
                <a:buClr>
                  <a:srgbClr val="1B786F"/>
                </a:buClr>
                <a:buSzPts val="800"/>
                <a:buFont typeface="Roboto"/>
                <a:buChar char="●"/>
              </a:pPr>
              <a:r>
                <a:rPr lang="en-GB" sz="1000" dirty="0">
                  <a:solidFill>
                    <a:srgbClr val="1B786F"/>
                  </a:solidFill>
                  <a:latin typeface="Roboto"/>
                  <a:ea typeface="Roboto"/>
                  <a:cs typeface="Roboto"/>
                  <a:sym typeface="Roboto"/>
                </a:rPr>
                <a:t>Reporting bugs when experimenting with the platform</a:t>
              </a:r>
              <a:endParaRPr sz="1000" dirty="0">
                <a:solidFill>
                  <a:srgbClr val="1B786F"/>
                </a:solidFill>
                <a:latin typeface="Roboto"/>
                <a:ea typeface="Roboto"/>
                <a:cs typeface="Roboto"/>
                <a:sym typeface="Roboto"/>
              </a:endParaRPr>
            </a:p>
            <a:p>
              <a:pPr marL="457200" lvl="0" indent="-279400" algn="l" rtl="0">
                <a:lnSpc>
                  <a:spcPct val="115000"/>
                </a:lnSpc>
                <a:spcBef>
                  <a:spcPts val="0"/>
                </a:spcBef>
                <a:spcAft>
                  <a:spcPts val="0"/>
                </a:spcAft>
                <a:buClr>
                  <a:srgbClr val="1B786F"/>
                </a:buClr>
                <a:buSzPts val="800"/>
                <a:buFont typeface="Roboto"/>
                <a:buChar char="●"/>
              </a:pPr>
              <a:r>
                <a:rPr lang="en-GB" sz="1000" dirty="0">
                  <a:solidFill>
                    <a:srgbClr val="1B786F"/>
                  </a:solidFill>
                  <a:latin typeface="Roboto"/>
                  <a:ea typeface="Roboto"/>
                  <a:cs typeface="Roboto"/>
                  <a:sym typeface="Roboto"/>
                </a:rPr>
                <a:t>Issue reproduction</a:t>
              </a:r>
              <a:endParaRPr sz="1000" dirty="0">
                <a:solidFill>
                  <a:srgbClr val="1B786F"/>
                </a:solidFill>
                <a:latin typeface="Roboto"/>
                <a:ea typeface="Roboto"/>
                <a:cs typeface="Roboto"/>
                <a:sym typeface="Roboto"/>
              </a:endParaRPr>
            </a:p>
          </p:txBody>
        </p:sp>
      </p:grpSp>
      <p:grpSp>
        <p:nvGrpSpPr>
          <p:cNvPr id="204" name="Google Shape;204;p37"/>
          <p:cNvGrpSpPr/>
          <p:nvPr/>
        </p:nvGrpSpPr>
        <p:grpSpPr>
          <a:xfrm>
            <a:off x="1593000" y="2835552"/>
            <a:ext cx="5957975" cy="868766"/>
            <a:chOff x="1593000" y="2261707"/>
            <a:chExt cx="5957975" cy="780469"/>
          </a:xfrm>
        </p:grpSpPr>
        <p:sp>
          <p:nvSpPr>
            <p:cNvPr id="205" name="Google Shape;205;p37"/>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7"/>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7"/>
            <p:cNvSpPr/>
            <p:nvPr/>
          </p:nvSpPr>
          <p:spPr>
            <a:xfrm rot="162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7"/>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600" dirty="0">
                  <a:solidFill>
                    <a:srgbClr val="FFFFFF"/>
                  </a:solidFill>
                  <a:latin typeface="Roboto Medium"/>
                  <a:ea typeface="Roboto Medium"/>
                  <a:cs typeface="Roboto Medium"/>
                  <a:sym typeface="Roboto Medium"/>
                </a:rPr>
                <a:t>Community &amp; Advocacy</a:t>
              </a:r>
              <a:endParaRPr sz="1600" dirty="0">
                <a:solidFill>
                  <a:srgbClr val="FFFFFF"/>
                </a:solidFill>
                <a:latin typeface="Roboto"/>
                <a:ea typeface="Roboto"/>
                <a:cs typeface="Roboto"/>
                <a:sym typeface="Roboto"/>
              </a:endParaRPr>
            </a:p>
          </p:txBody>
        </p:sp>
        <p:sp>
          <p:nvSpPr>
            <p:cNvPr id="209" name="Google Shape;209;p37"/>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7"/>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sp>
          <p:nvSpPr>
            <p:cNvPr id="211" name="Google Shape;211;p37"/>
            <p:cNvSpPr/>
            <p:nvPr/>
          </p:nvSpPr>
          <p:spPr>
            <a:xfrm>
              <a:off x="4387850" y="2261707"/>
              <a:ext cx="2971200" cy="780469"/>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1B786F"/>
                </a:buClr>
                <a:buSzPts val="800"/>
                <a:buFont typeface="Roboto"/>
                <a:buChar char="●"/>
              </a:pPr>
              <a:r>
                <a:rPr lang="en-GB" sz="1000" dirty="0">
                  <a:solidFill>
                    <a:srgbClr val="1B786F"/>
                  </a:solidFill>
                  <a:latin typeface="Roboto"/>
                  <a:ea typeface="Roboto"/>
                  <a:cs typeface="Roboto"/>
                  <a:sym typeface="Roboto"/>
                </a:rPr>
                <a:t>Blogs &amp; Talks</a:t>
              </a:r>
              <a:endParaRPr sz="1000" dirty="0">
                <a:solidFill>
                  <a:srgbClr val="1B786F"/>
                </a:solidFill>
                <a:latin typeface="Roboto"/>
                <a:ea typeface="Roboto"/>
                <a:cs typeface="Roboto"/>
                <a:sym typeface="Roboto"/>
              </a:endParaRPr>
            </a:p>
            <a:p>
              <a:pPr marL="457200" lvl="0" indent="-279400" algn="l" rtl="0">
                <a:lnSpc>
                  <a:spcPct val="115000"/>
                </a:lnSpc>
                <a:spcBef>
                  <a:spcPts val="0"/>
                </a:spcBef>
                <a:spcAft>
                  <a:spcPts val="0"/>
                </a:spcAft>
                <a:buClr>
                  <a:srgbClr val="1B786F"/>
                </a:buClr>
                <a:buSzPts val="800"/>
                <a:buFont typeface="Roboto"/>
                <a:buChar char="●"/>
              </a:pPr>
              <a:r>
                <a:rPr lang="en-GB" sz="1000" dirty="0">
                  <a:solidFill>
                    <a:srgbClr val="1B786F"/>
                  </a:solidFill>
                  <a:latin typeface="Roboto"/>
                  <a:ea typeface="Roboto"/>
                  <a:cs typeface="Roboto"/>
                  <a:sym typeface="Roboto"/>
                </a:rPr>
                <a:t>Participate in forums &amp; Slack: Community reply</a:t>
              </a:r>
              <a:endParaRPr sz="1000" dirty="0">
                <a:solidFill>
                  <a:srgbClr val="1B786F"/>
                </a:solidFill>
                <a:latin typeface="Roboto"/>
                <a:ea typeface="Roboto"/>
                <a:cs typeface="Roboto"/>
                <a:sym typeface="Roboto"/>
              </a:endParaRPr>
            </a:p>
            <a:p>
              <a:pPr marL="457200" lvl="0" indent="-279400" algn="l" rtl="0">
                <a:lnSpc>
                  <a:spcPct val="115000"/>
                </a:lnSpc>
                <a:spcBef>
                  <a:spcPts val="0"/>
                </a:spcBef>
                <a:spcAft>
                  <a:spcPts val="0"/>
                </a:spcAft>
                <a:buClr>
                  <a:srgbClr val="1B786F"/>
                </a:buClr>
                <a:buSzPts val="800"/>
                <a:buFont typeface="Roboto"/>
                <a:buChar char="●"/>
              </a:pPr>
              <a:r>
                <a:rPr lang="en-GB" sz="1000" dirty="0" err="1">
                  <a:solidFill>
                    <a:srgbClr val="1B786F"/>
                  </a:solidFill>
                  <a:latin typeface="Roboto"/>
                  <a:ea typeface="Roboto"/>
                  <a:cs typeface="Roboto"/>
                  <a:sym typeface="Roboto"/>
                </a:rPr>
                <a:t>Panelist</a:t>
              </a:r>
              <a:r>
                <a:rPr lang="en-GB" sz="1000" dirty="0">
                  <a:solidFill>
                    <a:srgbClr val="1B786F"/>
                  </a:solidFill>
                  <a:latin typeface="Roboto"/>
                  <a:ea typeface="Roboto"/>
                  <a:cs typeface="Roboto"/>
                  <a:sym typeface="Roboto"/>
                </a:rPr>
                <a:t> for Event Proposals</a:t>
              </a:r>
              <a:endParaRPr sz="1000" dirty="0">
                <a:solidFill>
                  <a:srgbClr val="1B786F"/>
                </a:solidFill>
                <a:latin typeface="Roboto"/>
                <a:ea typeface="Roboto"/>
                <a:cs typeface="Roboto"/>
                <a:sym typeface="Roboto"/>
              </a:endParaRPr>
            </a:p>
          </p:txBody>
        </p:sp>
      </p:grpSp>
      <p:grpSp>
        <p:nvGrpSpPr>
          <p:cNvPr id="212" name="Google Shape;212;p37"/>
          <p:cNvGrpSpPr/>
          <p:nvPr/>
        </p:nvGrpSpPr>
        <p:grpSpPr>
          <a:xfrm>
            <a:off x="1593000" y="2249994"/>
            <a:ext cx="5957975" cy="643500"/>
            <a:chOff x="1593000" y="2322568"/>
            <a:chExt cx="5957975" cy="643500"/>
          </a:xfrm>
        </p:grpSpPr>
        <p:sp>
          <p:nvSpPr>
            <p:cNvPr id="213" name="Google Shape;213;p37"/>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7"/>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7"/>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7"/>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600" dirty="0">
                  <a:solidFill>
                    <a:srgbClr val="FFFFFF"/>
                  </a:solidFill>
                  <a:latin typeface="Roboto Medium"/>
                  <a:ea typeface="Roboto Medium"/>
                  <a:cs typeface="Roboto Medium"/>
                  <a:sym typeface="Roboto Medium"/>
                </a:rPr>
                <a:t>META</a:t>
              </a:r>
              <a:endParaRPr sz="1600" dirty="0">
                <a:solidFill>
                  <a:srgbClr val="FFFFFF"/>
                </a:solidFill>
                <a:latin typeface="Roboto"/>
                <a:ea typeface="Roboto"/>
                <a:cs typeface="Roboto"/>
                <a:sym typeface="Roboto"/>
              </a:endParaRPr>
            </a:p>
          </p:txBody>
        </p:sp>
        <p:sp>
          <p:nvSpPr>
            <p:cNvPr id="217" name="Google Shape;217;p37"/>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7"/>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219" name="Google Shape;219;p37"/>
            <p:cNvSpPr/>
            <p:nvPr/>
          </p:nvSpPr>
          <p:spPr>
            <a:xfrm>
              <a:off x="4387850" y="2323750"/>
              <a:ext cx="310577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1B786F"/>
                </a:buClr>
                <a:buSzPts val="800"/>
                <a:buFont typeface="Roboto"/>
                <a:buChar char="●"/>
              </a:pPr>
              <a:r>
                <a:rPr lang="en-GB" sz="1000" dirty="0">
                  <a:solidFill>
                    <a:srgbClr val="1B786F"/>
                  </a:solidFill>
                  <a:latin typeface="Roboto"/>
                  <a:ea typeface="Roboto"/>
                  <a:cs typeface="Roboto"/>
                  <a:sym typeface="Roboto"/>
                </a:rPr>
                <a:t>Experiment </a:t>
              </a:r>
              <a:endParaRPr sz="1000" dirty="0">
                <a:solidFill>
                  <a:srgbClr val="1B786F"/>
                </a:solidFill>
                <a:latin typeface="Roboto"/>
                <a:ea typeface="Roboto"/>
                <a:cs typeface="Roboto"/>
                <a:sym typeface="Roboto"/>
              </a:endParaRPr>
            </a:p>
            <a:p>
              <a:pPr marL="457200" lvl="0" indent="-279400" algn="l" rtl="0">
                <a:lnSpc>
                  <a:spcPct val="115000"/>
                </a:lnSpc>
                <a:spcBef>
                  <a:spcPts val="0"/>
                </a:spcBef>
                <a:spcAft>
                  <a:spcPts val="0"/>
                </a:spcAft>
                <a:buClr>
                  <a:srgbClr val="1B786F"/>
                </a:buClr>
                <a:buSzPts val="800"/>
                <a:buFont typeface="Roboto"/>
                <a:buChar char="●"/>
              </a:pPr>
              <a:r>
                <a:rPr lang="en-GB" sz="1000" dirty="0">
                  <a:solidFill>
                    <a:srgbClr val="1B786F"/>
                  </a:solidFill>
                  <a:latin typeface="Roboto"/>
                  <a:ea typeface="Roboto"/>
                  <a:cs typeface="Roboto"/>
                  <a:sym typeface="Roboto"/>
                </a:rPr>
                <a:t>Improves project structure/process/docs</a:t>
              </a:r>
              <a:endParaRPr sz="1000" dirty="0">
                <a:solidFill>
                  <a:srgbClr val="1B786F"/>
                </a:solidFill>
                <a:latin typeface="Roboto"/>
                <a:ea typeface="Roboto"/>
                <a:cs typeface="Roboto"/>
                <a:sym typeface="Roboto"/>
              </a:endParaRPr>
            </a:p>
            <a:p>
              <a:pPr marL="457200" lvl="0" indent="-279400" algn="l" rtl="0">
                <a:lnSpc>
                  <a:spcPct val="115000"/>
                </a:lnSpc>
                <a:spcBef>
                  <a:spcPts val="0"/>
                </a:spcBef>
                <a:spcAft>
                  <a:spcPts val="0"/>
                </a:spcAft>
                <a:buClr>
                  <a:srgbClr val="1B786F"/>
                </a:buClr>
                <a:buSzPts val="800"/>
                <a:buFont typeface="Roboto"/>
                <a:buChar char="●"/>
              </a:pPr>
              <a:r>
                <a:rPr lang="en-GB" sz="1000" dirty="0">
                  <a:solidFill>
                    <a:srgbClr val="1B786F"/>
                  </a:solidFill>
                  <a:latin typeface="Roboto"/>
                  <a:ea typeface="Roboto"/>
                  <a:cs typeface="Roboto"/>
                  <a:sym typeface="Roboto"/>
                </a:rPr>
                <a:t>CI/CD &amp; Automation</a:t>
              </a:r>
              <a:endParaRPr sz="1000" dirty="0">
                <a:solidFill>
                  <a:srgbClr val="1B786F"/>
                </a:solidFill>
                <a:latin typeface="Roboto"/>
                <a:ea typeface="Roboto"/>
                <a:cs typeface="Roboto"/>
                <a:sym typeface="Roboto"/>
              </a:endParaRPr>
            </a:p>
          </p:txBody>
        </p:sp>
      </p:grpSp>
      <p:grpSp>
        <p:nvGrpSpPr>
          <p:cNvPr id="220" name="Google Shape;220;p37"/>
          <p:cNvGrpSpPr/>
          <p:nvPr/>
        </p:nvGrpSpPr>
        <p:grpSpPr>
          <a:xfrm>
            <a:off x="1593000" y="1595135"/>
            <a:ext cx="5957975" cy="643500"/>
            <a:chOff x="1593000" y="2322568"/>
            <a:chExt cx="5957975" cy="643500"/>
          </a:xfrm>
        </p:grpSpPr>
        <p:sp>
          <p:nvSpPr>
            <p:cNvPr id="221" name="Google Shape;221;p37"/>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7"/>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7"/>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7"/>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600" dirty="0">
                  <a:solidFill>
                    <a:srgbClr val="FFFFFF"/>
                  </a:solidFill>
                  <a:latin typeface="Roboto Medium"/>
                  <a:ea typeface="Roboto Medium"/>
                  <a:cs typeface="Roboto Medium"/>
                  <a:sym typeface="Roboto Medium"/>
                </a:rPr>
                <a:t>Request for Comments RFC</a:t>
              </a:r>
              <a:endParaRPr sz="1600" dirty="0">
                <a:solidFill>
                  <a:srgbClr val="FFFFFF"/>
                </a:solidFill>
                <a:latin typeface="Roboto"/>
                <a:ea typeface="Roboto"/>
                <a:cs typeface="Roboto"/>
                <a:sym typeface="Roboto"/>
              </a:endParaRPr>
            </a:p>
          </p:txBody>
        </p:sp>
        <p:sp>
          <p:nvSpPr>
            <p:cNvPr id="225" name="Google Shape;225;p37"/>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7"/>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227" name="Google Shape;227;p37"/>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1B786F"/>
                </a:buClr>
                <a:buSzPts val="800"/>
                <a:buFont typeface="Roboto"/>
                <a:buChar char="●"/>
              </a:pPr>
              <a:r>
                <a:rPr lang="en-GB" sz="1200" dirty="0">
                  <a:solidFill>
                    <a:srgbClr val="1B786F"/>
                  </a:solidFill>
                  <a:latin typeface="Roboto"/>
                  <a:ea typeface="Roboto"/>
                  <a:cs typeface="Roboto"/>
                  <a:sym typeface="Roboto"/>
                </a:rPr>
                <a:t>Proposal for discussion</a:t>
              </a:r>
              <a:endParaRPr sz="1200" dirty="0">
                <a:solidFill>
                  <a:srgbClr val="1B786F"/>
                </a:solidFill>
                <a:latin typeface="Roboto"/>
                <a:ea typeface="Roboto"/>
                <a:cs typeface="Roboto"/>
                <a:sym typeface="Roboto"/>
              </a:endParaRPr>
            </a:p>
            <a:p>
              <a:pPr marL="457200" lvl="0" indent="-279400" algn="l" rtl="0">
                <a:lnSpc>
                  <a:spcPct val="115000"/>
                </a:lnSpc>
                <a:spcBef>
                  <a:spcPts val="0"/>
                </a:spcBef>
                <a:spcAft>
                  <a:spcPts val="0"/>
                </a:spcAft>
                <a:buClr>
                  <a:srgbClr val="1B786F"/>
                </a:buClr>
                <a:buSzPts val="800"/>
                <a:buFont typeface="Roboto"/>
                <a:buChar char="●"/>
              </a:pPr>
              <a:r>
                <a:rPr lang="en-GB" sz="1200" dirty="0">
                  <a:solidFill>
                    <a:srgbClr val="1B786F"/>
                  </a:solidFill>
                  <a:latin typeface="Roboto"/>
                  <a:ea typeface="Roboto"/>
                  <a:cs typeface="Roboto"/>
                  <a:sym typeface="Roboto"/>
                </a:rPr>
                <a:t>Participate in Design discussion</a:t>
              </a:r>
              <a:endParaRPr sz="1200" dirty="0">
                <a:solidFill>
                  <a:srgbClr val="1B786F"/>
                </a:solidFill>
                <a:latin typeface="Roboto"/>
                <a:ea typeface="Roboto"/>
                <a:cs typeface="Roboto"/>
                <a:sym typeface="Roboto"/>
              </a:endParaRPr>
            </a:p>
          </p:txBody>
        </p:sp>
      </p:grpSp>
      <p:grpSp>
        <p:nvGrpSpPr>
          <p:cNvPr id="228" name="Google Shape;228;p37"/>
          <p:cNvGrpSpPr/>
          <p:nvPr/>
        </p:nvGrpSpPr>
        <p:grpSpPr>
          <a:xfrm>
            <a:off x="1593000" y="940260"/>
            <a:ext cx="5957975" cy="643500"/>
            <a:chOff x="1593000" y="2322568"/>
            <a:chExt cx="5957975" cy="643500"/>
          </a:xfrm>
        </p:grpSpPr>
        <p:sp>
          <p:nvSpPr>
            <p:cNvPr id="229" name="Google Shape;229;p37"/>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7"/>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 name="Google Shape;231;p37"/>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 name="Google Shape;232;p37"/>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600" dirty="0">
                  <a:solidFill>
                    <a:srgbClr val="FFFFFF"/>
                  </a:solidFill>
                  <a:latin typeface="Roboto Medium"/>
                  <a:ea typeface="Roboto Medium"/>
                  <a:cs typeface="Roboto Medium"/>
                  <a:sym typeface="Roboto Medium"/>
                </a:rPr>
                <a:t>Documentation</a:t>
              </a:r>
              <a:endParaRPr sz="1600" dirty="0">
                <a:solidFill>
                  <a:srgbClr val="FFFFFF"/>
                </a:solidFill>
                <a:latin typeface="Roboto"/>
                <a:ea typeface="Roboto"/>
                <a:cs typeface="Roboto"/>
                <a:sym typeface="Roboto"/>
              </a:endParaRPr>
            </a:p>
          </p:txBody>
        </p:sp>
        <p:sp>
          <p:nvSpPr>
            <p:cNvPr id="233" name="Google Shape;233;p37"/>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7"/>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600" dirty="0">
                  <a:solidFill>
                    <a:srgbClr val="FFFFFF"/>
                  </a:solidFill>
                  <a:latin typeface="Roboto Thin"/>
                  <a:ea typeface="Roboto Thin"/>
                  <a:cs typeface="Roboto Thin"/>
                  <a:sym typeface="Roboto Thin"/>
                </a:rPr>
                <a:t>01</a:t>
              </a:r>
              <a:endParaRPr sz="2600" dirty="0">
                <a:solidFill>
                  <a:srgbClr val="FFFFFF"/>
                </a:solidFill>
                <a:latin typeface="Roboto Thin"/>
                <a:ea typeface="Roboto Thin"/>
                <a:cs typeface="Roboto Thin"/>
                <a:sym typeface="Roboto Thin"/>
              </a:endParaRPr>
            </a:p>
          </p:txBody>
        </p:sp>
        <p:sp>
          <p:nvSpPr>
            <p:cNvPr id="235" name="Google Shape;235;p37"/>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1B786F"/>
                </a:buClr>
                <a:buSzPts val="800"/>
                <a:buFont typeface="Roboto"/>
                <a:buChar char="●"/>
              </a:pPr>
              <a:r>
                <a:rPr lang="en-GB" sz="1200" dirty="0">
                  <a:solidFill>
                    <a:srgbClr val="1B786F"/>
                  </a:solidFill>
                  <a:latin typeface="Roboto"/>
                  <a:ea typeface="Roboto"/>
                  <a:cs typeface="Roboto"/>
                  <a:sym typeface="Roboto"/>
                </a:rPr>
                <a:t>Blogs</a:t>
              </a:r>
              <a:endParaRPr sz="1200" dirty="0">
                <a:solidFill>
                  <a:srgbClr val="1B786F"/>
                </a:solidFill>
                <a:latin typeface="Roboto"/>
                <a:ea typeface="Roboto"/>
                <a:cs typeface="Roboto"/>
                <a:sym typeface="Roboto"/>
              </a:endParaRPr>
            </a:p>
            <a:p>
              <a:pPr marL="457200" lvl="0" indent="-279400" algn="l" rtl="0">
                <a:lnSpc>
                  <a:spcPct val="115000"/>
                </a:lnSpc>
                <a:spcBef>
                  <a:spcPts val="0"/>
                </a:spcBef>
                <a:spcAft>
                  <a:spcPts val="0"/>
                </a:spcAft>
                <a:buClr>
                  <a:srgbClr val="1B786F"/>
                </a:buClr>
                <a:buSzPts val="800"/>
                <a:buFont typeface="Roboto"/>
                <a:buChar char="●"/>
              </a:pPr>
              <a:r>
                <a:rPr lang="en-GB" sz="1200" dirty="0">
                  <a:solidFill>
                    <a:srgbClr val="1B786F"/>
                  </a:solidFill>
                  <a:latin typeface="Roboto"/>
                  <a:ea typeface="Roboto"/>
                  <a:cs typeface="Roboto"/>
                  <a:sym typeface="Roboto"/>
                </a:rPr>
                <a:t>README fixes</a:t>
              </a:r>
              <a:endParaRPr sz="1200" dirty="0">
                <a:solidFill>
                  <a:srgbClr val="1B786F"/>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9"/>
        <p:cNvGrpSpPr/>
        <p:nvPr/>
      </p:nvGrpSpPr>
      <p:grpSpPr>
        <a:xfrm>
          <a:off x="0" y="0"/>
          <a:ext cx="0" cy="0"/>
          <a:chOff x="0" y="0"/>
          <a:chExt cx="0" cy="0"/>
        </a:xfrm>
      </p:grpSpPr>
      <p:sp>
        <p:nvSpPr>
          <p:cNvPr id="240" name="Google Shape;240;p38"/>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solidFill>
                  <a:schemeClr val="lt1"/>
                </a:solidFill>
              </a:rPr>
              <a:t>My first Design Discussion (RFC)</a:t>
            </a:r>
            <a:endParaRPr>
              <a:solidFill>
                <a:schemeClr val="lt1"/>
              </a:solidFill>
            </a:endParaRPr>
          </a:p>
        </p:txBody>
      </p:sp>
      <p:pic>
        <p:nvPicPr>
          <p:cNvPr id="241" name="Google Shape;241;p38"/>
          <p:cNvPicPr preferRelativeResize="0"/>
          <p:nvPr/>
        </p:nvPicPr>
        <p:blipFill>
          <a:blip r:embed="rId3">
            <a:alphaModFix/>
          </a:blip>
          <a:stretch>
            <a:fillRect/>
          </a:stretch>
        </p:blipFill>
        <p:spPr>
          <a:xfrm>
            <a:off x="1357975" y="742250"/>
            <a:ext cx="6040325" cy="4020002"/>
          </a:xfrm>
          <a:prstGeom prst="rect">
            <a:avLst/>
          </a:prstGeom>
          <a:noFill/>
          <a:ln>
            <a:noFill/>
          </a:ln>
        </p:spPr>
      </p:pic>
      <p:pic>
        <p:nvPicPr>
          <p:cNvPr id="242" name="Google Shape;242;p38"/>
          <p:cNvPicPr preferRelativeResize="0"/>
          <p:nvPr/>
        </p:nvPicPr>
        <p:blipFill>
          <a:blip r:embed="rId4">
            <a:alphaModFix/>
          </a:blip>
          <a:stretch>
            <a:fillRect/>
          </a:stretch>
        </p:blipFill>
        <p:spPr>
          <a:xfrm>
            <a:off x="7143625" y="1744975"/>
            <a:ext cx="1053626" cy="10536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6"/>
        <p:cNvGrpSpPr/>
        <p:nvPr/>
      </p:nvGrpSpPr>
      <p:grpSpPr>
        <a:xfrm>
          <a:off x="0" y="0"/>
          <a:ext cx="0" cy="0"/>
          <a:chOff x="0" y="0"/>
          <a:chExt cx="0" cy="0"/>
        </a:xfrm>
      </p:grpSpPr>
      <p:sp>
        <p:nvSpPr>
          <p:cNvPr id="247" name="Google Shape;247;p39"/>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solidFill>
                  <a:schemeClr val="lt1"/>
                </a:solidFill>
              </a:rPr>
              <a:t>My First Issue Raised (Simple yet healthy)</a:t>
            </a:r>
            <a:endParaRPr>
              <a:solidFill>
                <a:schemeClr val="lt1"/>
              </a:solidFill>
            </a:endParaRPr>
          </a:p>
        </p:txBody>
      </p:sp>
      <p:pic>
        <p:nvPicPr>
          <p:cNvPr id="248" name="Google Shape;248;p39"/>
          <p:cNvPicPr preferRelativeResize="0"/>
          <p:nvPr/>
        </p:nvPicPr>
        <p:blipFill>
          <a:blip r:embed="rId3">
            <a:alphaModFix/>
          </a:blip>
          <a:stretch>
            <a:fillRect/>
          </a:stretch>
        </p:blipFill>
        <p:spPr>
          <a:xfrm>
            <a:off x="497175" y="950926"/>
            <a:ext cx="6838825" cy="3168967"/>
          </a:xfrm>
          <a:prstGeom prst="rect">
            <a:avLst/>
          </a:prstGeom>
          <a:noFill/>
          <a:ln>
            <a:noFill/>
          </a:ln>
        </p:spPr>
      </p:pic>
      <p:pic>
        <p:nvPicPr>
          <p:cNvPr id="249" name="Google Shape;249;p39"/>
          <p:cNvPicPr preferRelativeResize="0"/>
          <p:nvPr/>
        </p:nvPicPr>
        <p:blipFill>
          <a:blip r:embed="rId4">
            <a:alphaModFix/>
          </a:blip>
          <a:stretch>
            <a:fillRect/>
          </a:stretch>
        </p:blipFill>
        <p:spPr>
          <a:xfrm>
            <a:off x="7212150" y="1878675"/>
            <a:ext cx="1386150" cy="1386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solidFill>
                  <a:schemeClr val="lt1"/>
                </a:solidFill>
              </a:rPr>
              <a:t>Putting out my thoughts</a:t>
            </a:r>
            <a:endParaRPr>
              <a:solidFill>
                <a:schemeClr val="lt1"/>
              </a:solidFill>
            </a:endParaRPr>
          </a:p>
        </p:txBody>
      </p:sp>
      <p:pic>
        <p:nvPicPr>
          <p:cNvPr id="255" name="Google Shape;255;p40"/>
          <p:cNvPicPr preferRelativeResize="0"/>
          <p:nvPr/>
        </p:nvPicPr>
        <p:blipFill rotWithShape="1">
          <a:blip r:embed="rId3">
            <a:alphaModFix/>
          </a:blip>
          <a:srcRect l="17655"/>
          <a:stretch/>
        </p:blipFill>
        <p:spPr>
          <a:xfrm>
            <a:off x="2680824" y="810188"/>
            <a:ext cx="3916575" cy="4124600"/>
          </a:xfrm>
          <a:prstGeom prst="rect">
            <a:avLst/>
          </a:prstGeom>
          <a:noFill/>
          <a:ln>
            <a:noFill/>
          </a:ln>
        </p:spPr>
      </p:pic>
      <p:pic>
        <p:nvPicPr>
          <p:cNvPr id="256" name="Google Shape;256;p40"/>
          <p:cNvPicPr preferRelativeResize="0"/>
          <p:nvPr/>
        </p:nvPicPr>
        <p:blipFill>
          <a:blip r:embed="rId4">
            <a:alphaModFix/>
          </a:blip>
          <a:stretch>
            <a:fillRect/>
          </a:stretch>
        </p:blipFill>
        <p:spPr>
          <a:xfrm>
            <a:off x="7322300" y="2350612"/>
            <a:ext cx="1043775" cy="1043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0"/>
        <p:cNvGrpSpPr/>
        <p:nvPr/>
      </p:nvGrpSpPr>
      <p:grpSpPr>
        <a:xfrm>
          <a:off x="0" y="0"/>
          <a:ext cx="0" cy="0"/>
          <a:chOff x="0" y="0"/>
          <a:chExt cx="0" cy="0"/>
        </a:xfrm>
      </p:grpSpPr>
      <p:sp>
        <p:nvSpPr>
          <p:cNvPr id="261" name="Google Shape;261;p41"/>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solidFill>
                  <a:schemeClr val="lt1"/>
                </a:solidFill>
              </a:rPr>
              <a:t>Putting out my thoughts</a:t>
            </a:r>
            <a:endParaRPr>
              <a:solidFill>
                <a:schemeClr val="lt1"/>
              </a:solidFill>
            </a:endParaRPr>
          </a:p>
        </p:txBody>
      </p:sp>
      <p:pic>
        <p:nvPicPr>
          <p:cNvPr id="262" name="Google Shape;262;p41" title="Screenshot 2026-05-20 at 12.07.51 AM.png"/>
          <p:cNvPicPr preferRelativeResize="0"/>
          <p:nvPr/>
        </p:nvPicPr>
        <p:blipFill>
          <a:blip r:embed="rId3">
            <a:alphaModFix/>
          </a:blip>
          <a:stretch>
            <a:fillRect/>
          </a:stretch>
        </p:blipFill>
        <p:spPr>
          <a:xfrm>
            <a:off x="1172675" y="789101"/>
            <a:ext cx="6215731" cy="4124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6"/>
        <p:cNvGrpSpPr/>
        <p:nvPr/>
      </p:nvGrpSpPr>
      <p:grpSpPr>
        <a:xfrm>
          <a:off x="0" y="0"/>
          <a:ext cx="0" cy="0"/>
          <a:chOff x="0" y="0"/>
          <a:chExt cx="0" cy="0"/>
        </a:xfrm>
      </p:grpSpPr>
      <p:sp>
        <p:nvSpPr>
          <p:cNvPr id="267" name="Google Shape;267;p42"/>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solidFill>
                  <a:schemeClr val="lt1"/>
                </a:solidFill>
              </a:rPr>
              <a:t>Asked out for help, even though sounding dumb</a:t>
            </a:r>
            <a:endParaRPr>
              <a:solidFill>
                <a:schemeClr val="lt1"/>
              </a:solidFill>
            </a:endParaRPr>
          </a:p>
        </p:txBody>
      </p:sp>
      <p:pic>
        <p:nvPicPr>
          <p:cNvPr id="268" name="Google Shape;268;p42"/>
          <p:cNvPicPr preferRelativeResize="0"/>
          <p:nvPr/>
        </p:nvPicPr>
        <p:blipFill>
          <a:blip r:embed="rId3">
            <a:alphaModFix/>
          </a:blip>
          <a:stretch>
            <a:fillRect/>
          </a:stretch>
        </p:blipFill>
        <p:spPr>
          <a:xfrm>
            <a:off x="686675" y="962800"/>
            <a:ext cx="7579423" cy="36874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3"/>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t>My Journey so far… miles to go !!</a:t>
            </a:r>
            <a:endParaRPr/>
          </a:p>
        </p:txBody>
      </p:sp>
      <p:sp>
        <p:nvSpPr>
          <p:cNvPr id="274" name="Google Shape;274;p43"/>
          <p:cNvSpPr/>
          <p:nvPr/>
        </p:nvSpPr>
        <p:spPr>
          <a:xfrm>
            <a:off x="3181275" y="1416875"/>
            <a:ext cx="2781600" cy="2346900"/>
          </a:xfrm>
          <a:prstGeom prst="pentagon">
            <a:avLst>
              <a:gd name="hf" fmla="val 105146"/>
              <a:gd name="vf" fmla="val 110557"/>
            </a:avLst>
          </a:prstGeom>
          <a:solidFill>
            <a:srgbClr val="D78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3"/>
          <p:cNvSpPr txBox="1"/>
          <p:nvPr/>
        </p:nvSpPr>
        <p:spPr>
          <a:xfrm>
            <a:off x="3781008" y="2064948"/>
            <a:ext cx="1617000" cy="1266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b="1">
                <a:solidFill>
                  <a:srgbClr val="701C7F"/>
                </a:solidFill>
                <a:latin typeface="Roboto"/>
                <a:ea typeface="Roboto"/>
                <a:cs typeface="Roboto"/>
                <a:sym typeface="Roboto"/>
              </a:rPr>
              <a:t>Curiosity to Learn</a:t>
            </a:r>
            <a:endParaRPr>
              <a:solidFill>
                <a:srgbClr val="701C7F"/>
              </a:solidFill>
            </a:endParaRPr>
          </a:p>
        </p:txBody>
      </p:sp>
      <p:grpSp>
        <p:nvGrpSpPr>
          <p:cNvPr id="276" name="Google Shape;276;p43"/>
          <p:cNvGrpSpPr/>
          <p:nvPr/>
        </p:nvGrpSpPr>
        <p:grpSpPr>
          <a:xfrm>
            <a:off x="4306961" y="769550"/>
            <a:ext cx="2132852" cy="1271744"/>
            <a:chOff x="4306958" y="925326"/>
            <a:chExt cx="1871580" cy="1115957"/>
          </a:xfrm>
        </p:grpSpPr>
        <p:sp>
          <p:nvSpPr>
            <p:cNvPr id="277" name="Google Shape;277;p43"/>
            <p:cNvSpPr/>
            <p:nvPr/>
          </p:nvSpPr>
          <p:spPr>
            <a:xfrm>
              <a:off x="4306958" y="1082925"/>
              <a:ext cx="565200" cy="565500"/>
            </a:xfrm>
            <a:prstGeom prst="ellipse">
              <a:avLst/>
            </a:prstGeom>
            <a:solidFill>
              <a:srgbClr val="561561"/>
            </a:solidFill>
            <a:ln>
              <a:noFill/>
            </a:ln>
            <a:effectLst>
              <a:outerShdw blurRad="65128" dist="21709" dir="5400000" algn="bl" rotWithShape="0">
                <a:srgbClr val="212121">
                  <a:alpha val="38000"/>
                </a:srgbClr>
              </a:outerShdw>
            </a:effectLst>
          </p:spPr>
          <p:txBody>
            <a:bodyPr spcFirstLastPara="1" wrap="square" lIns="104175" tIns="104175" rIns="104175" bIns="104175" anchor="ctr" anchorCtr="0">
              <a:noAutofit/>
            </a:bodyPr>
            <a:lstStyle/>
            <a:p>
              <a:pPr marL="0" lvl="0" indent="0" algn="ctr" rtl="0">
                <a:spcBef>
                  <a:spcPts val="0"/>
                </a:spcBef>
                <a:spcAft>
                  <a:spcPts val="0"/>
                </a:spcAft>
                <a:buNone/>
              </a:pPr>
              <a:r>
                <a:rPr lang="en-GB" sz="1200">
                  <a:solidFill>
                    <a:srgbClr val="FFFFFF"/>
                  </a:solidFill>
                  <a:latin typeface="Roboto Medium"/>
                  <a:ea typeface="Roboto Medium"/>
                  <a:cs typeface="Roboto Medium"/>
                  <a:sym typeface="Roboto Medium"/>
                </a:rPr>
                <a:t>01</a:t>
              </a:r>
              <a:endParaRPr sz="1200">
                <a:solidFill>
                  <a:srgbClr val="FFFFFF"/>
                </a:solidFill>
                <a:latin typeface="Roboto Medium"/>
                <a:ea typeface="Roboto Medium"/>
                <a:cs typeface="Roboto Medium"/>
                <a:sym typeface="Roboto Medium"/>
              </a:endParaRPr>
            </a:p>
          </p:txBody>
        </p:sp>
        <p:sp>
          <p:nvSpPr>
            <p:cNvPr id="278" name="Google Shape;278;p43"/>
            <p:cNvSpPr txBox="1"/>
            <p:nvPr/>
          </p:nvSpPr>
          <p:spPr>
            <a:xfrm rot="2162736">
              <a:off x="5059540" y="1214055"/>
              <a:ext cx="1109395" cy="393641"/>
            </a:xfrm>
            <a:prstGeom prst="rect">
              <a:avLst/>
            </a:prstGeom>
            <a:noFill/>
            <a:ln>
              <a:noFill/>
            </a:ln>
          </p:spPr>
          <p:txBody>
            <a:bodyPr spcFirstLastPara="1" wrap="square" lIns="104175" tIns="104175" rIns="104175" bIns="104175" anchor="t" anchorCtr="0">
              <a:noAutofit/>
            </a:bodyPr>
            <a:lstStyle/>
            <a:p>
              <a:pPr marL="0" lvl="0" indent="0" algn="ctr" rtl="0">
                <a:lnSpc>
                  <a:spcPct val="115000"/>
                </a:lnSpc>
                <a:spcBef>
                  <a:spcPts val="0"/>
                </a:spcBef>
                <a:spcAft>
                  <a:spcPts val="0"/>
                </a:spcAft>
                <a:buNone/>
              </a:pPr>
              <a:r>
                <a:rPr lang="en-GB" sz="1200" b="1">
                  <a:solidFill>
                    <a:srgbClr val="561561"/>
                  </a:solidFill>
                  <a:latin typeface="Roboto"/>
                  <a:ea typeface="Roboto"/>
                  <a:cs typeface="Roboto"/>
                  <a:sym typeface="Roboto"/>
                </a:rPr>
                <a:t>Playing with OpenSearch</a:t>
              </a:r>
              <a:endParaRPr sz="1200" b="1">
                <a:solidFill>
                  <a:srgbClr val="561561"/>
                </a:solidFill>
              </a:endParaRPr>
            </a:p>
          </p:txBody>
        </p:sp>
        <p:sp>
          <p:nvSpPr>
            <p:cNvPr id="279" name="Google Shape;279;p43"/>
            <p:cNvSpPr/>
            <p:nvPr/>
          </p:nvSpPr>
          <p:spPr>
            <a:xfrm rot="2159678">
              <a:off x="4838902" y="1574444"/>
              <a:ext cx="1119431" cy="152476"/>
            </a:xfrm>
            <a:prstGeom prst="rightArrow">
              <a:avLst>
                <a:gd name="adj1" fmla="val 25514"/>
                <a:gd name="adj2" fmla="val 64322"/>
              </a:avLst>
            </a:prstGeom>
            <a:solidFill>
              <a:srgbClr val="561561"/>
            </a:solidFill>
            <a:ln>
              <a:noFill/>
            </a:ln>
          </p:spPr>
          <p:txBody>
            <a:bodyPr spcFirstLastPara="1" wrap="square" lIns="104175" tIns="104175" rIns="104175" bIns="104175" anchor="ctr" anchorCtr="0">
              <a:noAutofit/>
            </a:bodyPr>
            <a:lstStyle/>
            <a:p>
              <a:pPr marL="0" lvl="0" indent="0" algn="l" rtl="0">
                <a:spcBef>
                  <a:spcPts val="0"/>
                </a:spcBef>
                <a:spcAft>
                  <a:spcPts val="0"/>
                </a:spcAft>
                <a:buNone/>
              </a:pPr>
              <a:endParaRPr sz="1200"/>
            </a:p>
          </p:txBody>
        </p:sp>
      </p:grpSp>
      <p:grpSp>
        <p:nvGrpSpPr>
          <p:cNvPr id="280" name="Google Shape;280;p43"/>
          <p:cNvGrpSpPr/>
          <p:nvPr/>
        </p:nvGrpSpPr>
        <p:grpSpPr>
          <a:xfrm>
            <a:off x="5576320" y="2016800"/>
            <a:ext cx="990841" cy="1945373"/>
            <a:chOff x="5576108" y="2016725"/>
            <a:chExt cx="906865" cy="1780499"/>
          </a:xfrm>
        </p:grpSpPr>
        <p:sp>
          <p:nvSpPr>
            <p:cNvPr id="281" name="Google Shape;281;p43"/>
            <p:cNvSpPr/>
            <p:nvPr/>
          </p:nvSpPr>
          <p:spPr>
            <a:xfrm>
              <a:off x="5576108" y="2016725"/>
              <a:ext cx="565200" cy="565500"/>
            </a:xfrm>
            <a:prstGeom prst="ellipse">
              <a:avLst/>
            </a:prstGeom>
            <a:solidFill>
              <a:srgbClr val="701C7F"/>
            </a:solidFill>
            <a:ln>
              <a:noFill/>
            </a:ln>
            <a:effectLst>
              <a:outerShdw blurRad="62440" dist="20813" dir="5400000" algn="bl" rotWithShape="0">
                <a:srgbClr val="212121">
                  <a:alpha val="38000"/>
                </a:srgbClr>
              </a:outerShdw>
            </a:effectLst>
          </p:spPr>
          <p:txBody>
            <a:bodyPr spcFirstLastPara="1" wrap="square" lIns="99875" tIns="99875" rIns="99875" bIns="99875" anchor="ctr" anchorCtr="0">
              <a:noAutofit/>
            </a:bodyPr>
            <a:lstStyle/>
            <a:p>
              <a:pPr marL="0" lvl="0" indent="0" algn="ctr" rtl="0">
                <a:spcBef>
                  <a:spcPts val="0"/>
                </a:spcBef>
                <a:spcAft>
                  <a:spcPts val="0"/>
                </a:spcAft>
                <a:buNone/>
              </a:pPr>
              <a:r>
                <a:rPr lang="en-GB" sz="1200">
                  <a:solidFill>
                    <a:srgbClr val="FFFFFF"/>
                  </a:solidFill>
                  <a:latin typeface="Roboto Medium"/>
                  <a:ea typeface="Roboto Medium"/>
                  <a:cs typeface="Roboto Medium"/>
                  <a:sym typeface="Roboto Medium"/>
                </a:rPr>
                <a:t>02</a:t>
              </a:r>
              <a:endParaRPr sz="1200">
                <a:solidFill>
                  <a:srgbClr val="FFFFFF"/>
                </a:solidFill>
                <a:latin typeface="Roboto Medium"/>
                <a:ea typeface="Roboto Medium"/>
                <a:cs typeface="Roboto Medium"/>
                <a:sym typeface="Roboto Medium"/>
              </a:endParaRPr>
            </a:p>
          </p:txBody>
        </p:sp>
        <p:sp>
          <p:nvSpPr>
            <p:cNvPr id="282" name="Google Shape;282;p43"/>
            <p:cNvSpPr txBox="1"/>
            <p:nvPr/>
          </p:nvSpPr>
          <p:spPr>
            <a:xfrm rot="-4401479">
              <a:off x="5527227" y="2945706"/>
              <a:ext cx="1121893" cy="488636"/>
            </a:xfrm>
            <a:prstGeom prst="rect">
              <a:avLst/>
            </a:prstGeom>
            <a:noFill/>
            <a:ln>
              <a:noFill/>
            </a:ln>
          </p:spPr>
          <p:txBody>
            <a:bodyPr spcFirstLastPara="1" wrap="square" lIns="99875" tIns="99875" rIns="99875" bIns="99875" anchor="t" anchorCtr="0">
              <a:noAutofit/>
            </a:bodyPr>
            <a:lstStyle/>
            <a:p>
              <a:pPr marL="0" lvl="0" indent="0" algn="ctr" rtl="0">
                <a:lnSpc>
                  <a:spcPct val="115000"/>
                </a:lnSpc>
                <a:spcBef>
                  <a:spcPts val="0"/>
                </a:spcBef>
                <a:spcAft>
                  <a:spcPts val="0"/>
                </a:spcAft>
                <a:buNone/>
              </a:pPr>
              <a:r>
                <a:rPr lang="en-GB" sz="1200" b="1">
                  <a:solidFill>
                    <a:srgbClr val="701C7F"/>
                  </a:solidFill>
                  <a:latin typeface="Roboto"/>
                  <a:ea typeface="Roboto"/>
                  <a:cs typeface="Roboto"/>
                  <a:sym typeface="Roboto"/>
                </a:rPr>
                <a:t>Participated in the Forums</a:t>
              </a:r>
              <a:endParaRPr sz="1200" b="1">
                <a:solidFill>
                  <a:srgbClr val="701C7F"/>
                </a:solidFill>
              </a:endParaRPr>
            </a:p>
          </p:txBody>
        </p:sp>
        <p:sp>
          <p:nvSpPr>
            <p:cNvPr id="283" name="Google Shape;283;p43"/>
            <p:cNvSpPr/>
            <p:nvPr/>
          </p:nvSpPr>
          <p:spPr>
            <a:xfrm rot="6479576">
              <a:off x="5412834" y="2951068"/>
              <a:ext cx="910004" cy="152834"/>
            </a:xfrm>
            <a:prstGeom prst="rightArrow">
              <a:avLst>
                <a:gd name="adj1" fmla="val 25514"/>
                <a:gd name="adj2" fmla="val 64322"/>
              </a:avLst>
            </a:prstGeom>
            <a:solidFill>
              <a:srgbClr val="701C7F"/>
            </a:solidFill>
            <a:ln>
              <a:noFill/>
            </a:ln>
          </p:spPr>
          <p:txBody>
            <a:bodyPr spcFirstLastPara="1" wrap="square" lIns="99875" tIns="99875" rIns="99875" bIns="99875" anchor="ctr" anchorCtr="0">
              <a:noAutofit/>
            </a:bodyPr>
            <a:lstStyle/>
            <a:p>
              <a:pPr marL="0" lvl="0" indent="0" algn="l" rtl="0">
                <a:spcBef>
                  <a:spcPts val="0"/>
                </a:spcBef>
                <a:spcAft>
                  <a:spcPts val="0"/>
                </a:spcAft>
                <a:buNone/>
              </a:pPr>
              <a:endParaRPr sz="1200"/>
            </a:p>
          </p:txBody>
        </p:sp>
      </p:grpSp>
      <p:grpSp>
        <p:nvGrpSpPr>
          <p:cNvPr id="284" name="Google Shape;284;p43"/>
          <p:cNvGrpSpPr/>
          <p:nvPr/>
        </p:nvGrpSpPr>
        <p:grpSpPr>
          <a:xfrm>
            <a:off x="3991650" y="3530861"/>
            <a:ext cx="1786149" cy="1046261"/>
            <a:chOff x="4017983" y="3451825"/>
            <a:chExt cx="1606249" cy="940882"/>
          </a:xfrm>
        </p:grpSpPr>
        <p:sp>
          <p:nvSpPr>
            <p:cNvPr id="285" name="Google Shape;285;p43"/>
            <p:cNvSpPr/>
            <p:nvPr/>
          </p:nvSpPr>
          <p:spPr>
            <a:xfrm>
              <a:off x="5059033" y="3451825"/>
              <a:ext cx="565200" cy="565500"/>
            </a:xfrm>
            <a:prstGeom prst="ellipse">
              <a:avLst/>
            </a:prstGeom>
            <a:solidFill>
              <a:srgbClr val="771E86"/>
            </a:solidFill>
            <a:ln>
              <a:noFill/>
            </a:ln>
            <a:effectLst>
              <a:outerShdw blurRad="63549" dist="21183" dir="5400000" algn="bl" rotWithShape="0">
                <a:srgbClr val="212121">
                  <a:alpha val="38000"/>
                </a:srgbClr>
              </a:outerShdw>
            </a:effectLst>
          </p:spPr>
          <p:txBody>
            <a:bodyPr spcFirstLastPara="1" wrap="square" lIns="101650" tIns="101650" rIns="101650" bIns="101650" anchor="ctr" anchorCtr="0">
              <a:noAutofit/>
            </a:bodyPr>
            <a:lstStyle/>
            <a:p>
              <a:pPr marL="0" lvl="0" indent="0" algn="ctr" rtl="0">
                <a:spcBef>
                  <a:spcPts val="0"/>
                </a:spcBef>
                <a:spcAft>
                  <a:spcPts val="0"/>
                </a:spcAft>
                <a:buNone/>
              </a:pPr>
              <a:r>
                <a:rPr lang="en-GB" sz="1200">
                  <a:solidFill>
                    <a:srgbClr val="FFFFFF"/>
                  </a:solidFill>
                  <a:latin typeface="Roboto Medium"/>
                  <a:ea typeface="Roboto Medium"/>
                  <a:cs typeface="Roboto Medium"/>
                  <a:sym typeface="Roboto Medium"/>
                </a:rPr>
                <a:t>03</a:t>
              </a:r>
              <a:endParaRPr sz="1200">
                <a:solidFill>
                  <a:srgbClr val="FFFFFF"/>
                </a:solidFill>
                <a:latin typeface="Roboto Medium"/>
                <a:ea typeface="Roboto Medium"/>
                <a:cs typeface="Roboto Medium"/>
                <a:sym typeface="Roboto Medium"/>
              </a:endParaRPr>
            </a:p>
          </p:txBody>
        </p:sp>
        <p:sp>
          <p:nvSpPr>
            <p:cNvPr id="286" name="Google Shape;286;p43"/>
            <p:cNvSpPr txBox="1"/>
            <p:nvPr/>
          </p:nvSpPr>
          <p:spPr>
            <a:xfrm rot="9294">
              <a:off x="4017981" y="3919007"/>
              <a:ext cx="1109704" cy="472200"/>
            </a:xfrm>
            <a:prstGeom prst="rect">
              <a:avLst/>
            </a:prstGeom>
            <a:noFill/>
            <a:ln>
              <a:noFill/>
            </a:ln>
          </p:spPr>
          <p:txBody>
            <a:bodyPr spcFirstLastPara="1" wrap="square" lIns="101650" tIns="101650" rIns="101650" bIns="101650" anchor="t" anchorCtr="0">
              <a:noAutofit/>
            </a:bodyPr>
            <a:lstStyle/>
            <a:p>
              <a:pPr marL="0" lvl="0" indent="0" algn="ctr" rtl="0">
                <a:lnSpc>
                  <a:spcPct val="115000"/>
                </a:lnSpc>
                <a:spcBef>
                  <a:spcPts val="0"/>
                </a:spcBef>
                <a:spcAft>
                  <a:spcPts val="0"/>
                </a:spcAft>
                <a:buNone/>
              </a:pPr>
              <a:r>
                <a:rPr lang="en-GB" sz="1000" b="1">
                  <a:solidFill>
                    <a:srgbClr val="771E86"/>
                  </a:solidFill>
                  <a:latin typeface="Roboto"/>
                  <a:ea typeface="Roboto"/>
                  <a:cs typeface="Roboto"/>
                  <a:sym typeface="Roboto"/>
                </a:rPr>
                <a:t>Asked Questions, Participated in Design Discussions</a:t>
              </a:r>
              <a:endParaRPr sz="1000" b="1">
                <a:solidFill>
                  <a:srgbClr val="771E86"/>
                </a:solidFill>
              </a:endParaRPr>
            </a:p>
          </p:txBody>
        </p:sp>
        <p:sp>
          <p:nvSpPr>
            <p:cNvPr id="287" name="Google Shape;287;p43"/>
            <p:cNvSpPr/>
            <p:nvPr/>
          </p:nvSpPr>
          <p:spPr>
            <a:xfrm rot="10799079">
              <a:off x="4121950" y="3770380"/>
              <a:ext cx="1119600" cy="152703"/>
            </a:xfrm>
            <a:prstGeom prst="rightArrow">
              <a:avLst>
                <a:gd name="adj1" fmla="val 25514"/>
                <a:gd name="adj2" fmla="val 64322"/>
              </a:avLst>
            </a:prstGeom>
            <a:solidFill>
              <a:srgbClr val="771E86"/>
            </a:solidFill>
            <a:ln>
              <a:noFill/>
            </a:ln>
          </p:spPr>
          <p:txBody>
            <a:bodyPr spcFirstLastPara="1" wrap="square" lIns="101650" tIns="101650" rIns="101650" bIns="101650" anchor="ctr" anchorCtr="0">
              <a:noAutofit/>
            </a:bodyPr>
            <a:lstStyle/>
            <a:p>
              <a:pPr marL="0" lvl="0" indent="0" algn="l" rtl="0">
                <a:spcBef>
                  <a:spcPts val="0"/>
                </a:spcBef>
                <a:spcAft>
                  <a:spcPts val="0"/>
                </a:spcAft>
                <a:buNone/>
              </a:pPr>
              <a:endParaRPr sz="1200"/>
            </a:p>
          </p:txBody>
        </p:sp>
      </p:grpSp>
      <p:grpSp>
        <p:nvGrpSpPr>
          <p:cNvPr id="288" name="Google Shape;288;p43"/>
          <p:cNvGrpSpPr/>
          <p:nvPr/>
        </p:nvGrpSpPr>
        <p:grpSpPr>
          <a:xfrm>
            <a:off x="2625118" y="2600086"/>
            <a:ext cx="1481632" cy="1582872"/>
            <a:chOff x="2779907" y="2599997"/>
            <a:chExt cx="1326676" cy="1417328"/>
          </a:xfrm>
        </p:grpSpPr>
        <p:sp>
          <p:nvSpPr>
            <p:cNvPr id="289" name="Google Shape;289;p43"/>
            <p:cNvSpPr/>
            <p:nvPr/>
          </p:nvSpPr>
          <p:spPr>
            <a:xfrm>
              <a:off x="3541383" y="3451825"/>
              <a:ext cx="565200" cy="565500"/>
            </a:xfrm>
            <a:prstGeom prst="ellipse">
              <a:avLst/>
            </a:prstGeom>
            <a:solidFill>
              <a:srgbClr val="802090"/>
            </a:solidFill>
            <a:ln>
              <a:noFill/>
            </a:ln>
            <a:effectLst>
              <a:outerShdw blurRad="63823" dist="21274" dir="5400000" algn="bl" rotWithShape="0">
                <a:srgbClr val="212121">
                  <a:alpha val="38000"/>
                </a:srgbClr>
              </a:outerShdw>
            </a:effectLst>
          </p:spPr>
          <p:txBody>
            <a:bodyPr spcFirstLastPara="1" wrap="square" lIns="102100" tIns="102100" rIns="102100" bIns="102100" anchor="ctr" anchorCtr="0">
              <a:noAutofit/>
            </a:bodyPr>
            <a:lstStyle/>
            <a:p>
              <a:pPr marL="0" lvl="0" indent="0" algn="ctr" rtl="0">
                <a:spcBef>
                  <a:spcPts val="0"/>
                </a:spcBef>
                <a:spcAft>
                  <a:spcPts val="0"/>
                </a:spcAft>
                <a:buNone/>
              </a:pPr>
              <a:r>
                <a:rPr lang="en-GB" sz="1200">
                  <a:solidFill>
                    <a:srgbClr val="FFFFFF"/>
                  </a:solidFill>
                  <a:latin typeface="Roboto Medium"/>
                  <a:ea typeface="Roboto Medium"/>
                  <a:cs typeface="Roboto Medium"/>
                  <a:sym typeface="Roboto Medium"/>
                </a:rPr>
                <a:t>04</a:t>
              </a:r>
              <a:endParaRPr sz="1200">
                <a:solidFill>
                  <a:srgbClr val="FFFFFF"/>
                </a:solidFill>
                <a:latin typeface="Roboto Medium"/>
                <a:ea typeface="Roboto Medium"/>
                <a:cs typeface="Roboto Medium"/>
                <a:sym typeface="Roboto Medium"/>
              </a:endParaRPr>
            </a:p>
          </p:txBody>
        </p:sp>
        <p:sp>
          <p:nvSpPr>
            <p:cNvPr id="290" name="Google Shape;290;p43"/>
            <p:cNvSpPr txBox="1"/>
            <p:nvPr/>
          </p:nvSpPr>
          <p:spPr>
            <a:xfrm rot="4327392">
              <a:off x="2565306" y="3026908"/>
              <a:ext cx="1110202" cy="357758"/>
            </a:xfrm>
            <a:prstGeom prst="rect">
              <a:avLst/>
            </a:prstGeom>
            <a:noFill/>
            <a:ln>
              <a:noFill/>
            </a:ln>
          </p:spPr>
          <p:txBody>
            <a:bodyPr spcFirstLastPara="1" wrap="square" lIns="102100" tIns="102100" rIns="102100" bIns="102100" anchor="t" anchorCtr="0">
              <a:noAutofit/>
            </a:bodyPr>
            <a:lstStyle/>
            <a:p>
              <a:pPr marL="0" lvl="0" indent="0" algn="ctr" rtl="0">
                <a:lnSpc>
                  <a:spcPct val="115000"/>
                </a:lnSpc>
                <a:spcBef>
                  <a:spcPts val="0"/>
                </a:spcBef>
                <a:spcAft>
                  <a:spcPts val="0"/>
                </a:spcAft>
                <a:buNone/>
              </a:pPr>
              <a:r>
                <a:rPr lang="en-GB" sz="1100" b="1">
                  <a:solidFill>
                    <a:srgbClr val="771E86"/>
                  </a:solidFill>
                  <a:latin typeface="Roboto"/>
                  <a:ea typeface="Roboto"/>
                  <a:cs typeface="Roboto"/>
                  <a:sym typeface="Roboto"/>
                </a:rPr>
                <a:t>Spread knowledge to the OpenSource Communtiy</a:t>
              </a:r>
              <a:endParaRPr sz="1100" b="1">
                <a:solidFill>
                  <a:srgbClr val="771E86"/>
                </a:solidFill>
              </a:endParaRPr>
            </a:p>
          </p:txBody>
        </p:sp>
        <p:sp>
          <p:nvSpPr>
            <p:cNvPr id="291" name="Google Shape;291;p43"/>
            <p:cNvSpPr/>
            <p:nvPr/>
          </p:nvSpPr>
          <p:spPr>
            <a:xfrm rot="-6478717">
              <a:off x="2755922" y="3079191"/>
              <a:ext cx="1119672" cy="153413"/>
            </a:xfrm>
            <a:prstGeom prst="rightArrow">
              <a:avLst>
                <a:gd name="adj1" fmla="val 25514"/>
                <a:gd name="adj2" fmla="val 64322"/>
              </a:avLst>
            </a:prstGeom>
            <a:solidFill>
              <a:srgbClr val="802090"/>
            </a:solidFill>
            <a:ln>
              <a:noFill/>
            </a:ln>
          </p:spPr>
          <p:txBody>
            <a:bodyPr spcFirstLastPara="1" wrap="square" lIns="102100" tIns="102100" rIns="102100" bIns="102100" anchor="ctr" anchorCtr="0">
              <a:noAutofit/>
            </a:bodyPr>
            <a:lstStyle/>
            <a:p>
              <a:pPr marL="0" lvl="0" indent="0" algn="l" rtl="0">
                <a:spcBef>
                  <a:spcPts val="0"/>
                </a:spcBef>
                <a:spcAft>
                  <a:spcPts val="0"/>
                </a:spcAft>
                <a:buNone/>
              </a:pPr>
              <a:endParaRPr sz="1200"/>
            </a:p>
          </p:txBody>
        </p:sp>
      </p:grpSp>
      <p:grpSp>
        <p:nvGrpSpPr>
          <p:cNvPr id="292" name="Google Shape;292;p43"/>
          <p:cNvGrpSpPr/>
          <p:nvPr/>
        </p:nvGrpSpPr>
        <p:grpSpPr>
          <a:xfrm>
            <a:off x="2896309" y="844156"/>
            <a:ext cx="1458362" cy="1738013"/>
            <a:chOff x="3027033" y="1006225"/>
            <a:chExt cx="1322417" cy="1576000"/>
          </a:xfrm>
        </p:grpSpPr>
        <p:sp>
          <p:nvSpPr>
            <p:cNvPr id="293" name="Google Shape;293;p43"/>
            <p:cNvSpPr/>
            <p:nvPr/>
          </p:nvSpPr>
          <p:spPr>
            <a:xfrm>
              <a:off x="3027033" y="2016725"/>
              <a:ext cx="565200" cy="565500"/>
            </a:xfrm>
            <a:prstGeom prst="ellipse">
              <a:avLst/>
            </a:prstGeom>
            <a:solidFill>
              <a:srgbClr val="9325A5"/>
            </a:solidFill>
            <a:ln>
              <a:noFill/>
            </a:ln>
            <a:effectLst>
              <a:outerShdw blurRad="63026" dist="21009" dir="5400000" algn="bl" rotWithShape="0">
                <a:srgbClr val="212121">
                  <a:alpha val="38000"/>
                </a:srgbClr>
              </a:outerShdw>
            </a:effectLst>
          </p:spPr>
          <p:txBody>
            <a:bodyPr spcFirstLastPara="1" wrap="square" lIns="100825" tIns="100825" rIns="100825" bIns="100825" anchor="ctr" anchorCtr="0">
              <a:noAutofit/>
            </a:bodyPr>
            <a:lstStyle/>
            <a:p>
              <a:pPr marL="0" lvl="0" indent="0" algn="ctr" rtl="0">
                <a:spcBef>
                  <a:spcPts val="0"/>
                </a:spcBef>
                <a:spcAft>
                  <a:spcPts val="0"/>
                </a:spcAft>
                <a:buNone/>
              </a:pPr>
              <a:r>
                <a:rPr lang="en-GB" sz="1323">
                  <a:solidFill>
                    <a:srgbClr val="FFFFFF"/>
                  </a:solidFill>
                  <a:latin typeface="Roboto Medium"/>
                  <a:ea typeface="Roboto Medium"/>
                  <a:cs typeface="Roboto Medium"/>
                  <a:sym typeface="Roboto Medium"/>
                </a:rPr>
                <a:t>05</a:t>
              </a:r>
              <a:endParaRPr sz="1323">
                <a:solidFill>
                  <a:srgbClr val="FFFFFF"/>
                </a:solidFill>
                <a:latin typeface="Roboto Medium"/>
                <a:ea typeface="Roboto Medium"/>
                <a:cs typeface="Roboto Medium"/>
                <a:sym typeface="Roboto Medium"/>
              </a:endParaRPr>
            </a:p>
          </p:txBody>
        </p:sp>
        <p:sp>
          <p:nvSpPr>
            <p:cNvPr id="294" name="Google Shape;294;p43"/>
            <p:cNvSpPr txBox="1"/>
            <p:nvPr/>
          </p:nvSpPr>
          <p:spPr>
            <a:xfrm rot="-2159593">
              <a:off x="3184665" y="1279832"/>
              <a:ext cx="1109770" cy="545986"/>
            </a:xfrm>
            <a:prstGeom prst="rect">
              <a:avLst/>
            </a:prstGeom>
            <a:noFill/>
            <a:ln>
              <a:noFill/>
            </a:ln>
          </p:spPr>
          <p:txBody>
            <a:bodyPr spcFirstLastPara="1" wrap="square" lIns="100825" tIns="100825" rIns="100825" bIns="100825" anchor="t" anchorCtr="0">
              <a:noAutofit/>
            </a:bodyPr>
            <a:lstStyle/>
            <a:p>
              <a:pPr marL="0" lvl="0" indent="0" algn="ctr" rtl="0">
                <a:lnSpc>
                  <a:spcPct val="115000"/>
                </a:lnSpc>
                <a:spcBef>
                  <a:spcPts val="0"/>
                </a:spcBef>
                <a:spcAft>
                  <a:spcPts val="0"/>
                </a:spcAft>
                <a:buNone/>
              </a:pPr>
              <a:r>
                <a:rPr lang="en-GB" sz="1123" b="1">
                  <a:solidFill>
                    <a:srgbClr val="802090"/>
                  </a:solidFill>
                  <a:latin typeface="Roboto"/>
                  <a:ea typeface="Roboto"/>
                  <a:cs typeface="Roboto"/>
                  <a:sym typeface="Roboto"/>
                </a:rPr>
                <a:t>OpenSearch Ambassador</a:t>
              </a:r>
              <a:endParaRPr sz="1123" b="1">
                <a:solidFill>
                  <a:srgbClr val="802090"/>
                </a:solidFill>
              </a:endParaRPr>
            </a:p>
          </p:txBody>
        </p:sp>
        <p:sp>
          <p:nvSpPr>
            <p:cNvPr id="295" name="Google Shape;295;p43"/>
            <p:cNvSpPr/>
            <p:nvPr/>
          </p:nvSpPr>
          <p:spPr>
            <a:xfrm rot="-2159137">
              <a:off x="3291910" y="1666740"/>
              <a:ext cx="1119673" cy="153273"/>
            </a:xfrm>
            <a:prstGeom prst="rightArrow">
              <a:avLst>
                <a:gd name="adj1" fmla="val 25514"/>
                <a:gd name="adj2" fmla="val 64322"/>
              </a:avLst>
            </a:prstGeom>
            <a:solidFill>
              <a:srgbClr val="9325A5"/>
            </a:solidFill>
            <a:ln>
              <a:noFill/>
            </a:ln>
          </p:spPr>
          <p:txBody>
            <a:bodyPr spcFirstLastPara="1" wrap="square" lIns="100825" tIns="100825" rIns="100825" bIns="100825" anchor="ctr" anchorCtr="0">
              <a:noAutofit/>
            </a:bodyPr>
            <a:lstStyle/>
            <a:p>
              <a:pPr marL="0" lvl="0" indent="0" algn="l" rtl="0">
                <a:spcBef>
                  <a:spcPts val="0"/>
                </a:spcBef>
                <a:spcAft>
                  <a:spcPts val="0"/>
                </a:spcAft>
                <a:buNone/>
              </a:pPr>
              <a:endParaRPr sz="1323"/>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9">
          <a:extLst>
            <a:ext uri="{FF2B5EF4-FFF2-40B4-BE49-F238E27FC236}">
              <a16:creationId xmlns:a16="http://schemas.microsoft.com/office/drawing/2014/main" id="{4B8D6102-F505-9A89-BB6D-09FF24235A31}"/>
            </a:ext>
          </a:extLst>
        </p:cNvPr>
        <p:cNvGrpSpPr/>
        <p:nvPr/>
      </p:nvGrpSpPr>
      <p:grpSpPr>
        <a:xfrm>
          <a:off x="0" y="0"/>
          <a:ext cx="0" cy="0"/>
          <a:chOff x="0" y="0"/>
          <a:chExt cx="0" cy="0"/>
        </a:xfrm>
      </p:grpSpPr>
      <p:sp>
        <p:nvSpPr>
          <p:cNvPr id="300" name="Google Shape;300;p44">
            <a:extLst>
              <a:ext uri="{FF2B5EF4-FFF2-40B4-BE49-F238E27FC236}">
                <a16:creationId xmlns:a16="http://schemas.microsoft.com/office/drawing/2014/main" id="{9702B700-A06B-CB1F-8EAA-FC18BE76D60A}"/>
              </a:ext>
            </a:extLst>
          </p:cNvPr>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dirty="0"/>
              <a:t>Small Contributions → Big Impact</a:t>
            </a:r>
            <a:endParaRPr dirty="0"/>
          </a:p>
        </p:txBody>
      </p:sp>
      <p:sp>
        <p:nvSpPr>
          <p:cNvPr id="301" name="Google Shape;301;p44">
            <a:extLst>
              <a:ext uri="{FF2B5EF4-FFF2-40B4-BE49-F238E27FC236}">
                <a16:creationId xmlns:a16="http://schemas.microsoft.com/office/drawing/2014/main" id="{59E7065C-3ED1-34F5-3B16-940E26EC785F}"/>
              </a:ext>
            </a:extLst>
          </p:cNvPr>
          <p:cNvSpPr txBox="1"/>
          <p:nvPr/>
        </p:nvSpPr>
        <p:spPr>
          <a:xfrm>
            <a:off x="628650" y="951723"/>
            <a:ext cx="3168909" cy="51318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dirty="0">
                <a:solidFill>
                  <a:schemeClr val="dk1"/>
                </a:solidFill>
                <a:latin typeface="Open Sans"/>
                <a:ea typeface="Open Sans"/>
                <a:cs typeface="Open Sans"/>
                <a:sym typeface="Open Sans"/>
              </a:rPr>
              <a:t>Lucene website update</a:t>
            </a:r>
            <a:br>
              <a:rPr lang="en-GB" sz="2100" dirty="0">
                <a:solidFill>
                  <a:schemeClr val="dk1"/>
                </a:solidFill>
                <a:latin typeface="Open Sans"/>
                <a:ea typeface="Open Sans"/>
                <a:cs typeface="Open Sans"/>
                <a:sym typeface="Open Sans"/>
              </a:rPr>
            </a:br>
            <a:br>
              <a:rPr lang="en-GB" sz="2100" dirty="0">
                <a:solidFill>
                  <a:schemeClr val="dk1"/>
                </a:solidFill>
                <a:latin typeface="Open Sans"/>
                <a:ea typeface="Open Sans"/>
                <a:cs typeface="Open Sans"/>
                <a:sym typeface="Open Sans"/>
              </a:rPr>
            </a:br>
            <a:endParaRPr sz="2100" dirty="0">
              <a:solidFill>
                <a:schemeClr val="dk1"/>
              </a:solidFill>
              <a:latin typeface="Open Sans"/>
              <a:ea typeface="Open Sans"/>
              <a:cs typeface="Open Sans"/>
              <a:sym typeface="Open Sans"/>
            </a:endParaRPr>
          </a:p>
        </p:txBody>
      </p:sp>
      <p:pic>
        <p:nvPicPr>
          <p:cNvPr id="5" name="Picture 4">
            <a:extLst>
              <a:ext uri="{FF2B5EF4-FFF2-40B4-BE49-F238E27FC236}">
                <a16:creationId xmlns:a16="http://schemas.microsoft.com/office/drawing/2014/main" id="{5A2B2CCB-8AB9-432F-CDBB-F7F9AC5E21D8}"/>
              </a:ext>
            </a:extLst>
          </p:cNvPr>
          <p:cNvPicPr>
            <a:picLocks noChangeAspect="1"/>
          </p:cNvPicPr>
          <p:nvPr/>
        </p:nvPicPr>
        <p:blipFill>
          <a:blip r:embed="rId3"/>
          <a:stretch>
            <a:fillRect/>
          </a:stretch>
        </p:blipFill>
        <p:spPr>
          <a:xfrm>
            <a:off x="1797268" y="2895680"/>
            <a:ext cx="5080000" cy="1943100"/>
          </a:xfrm>
          <a:prstGeom prst="rect">
            <a:avLst/>
          </a:prstGeom>
        </p:spPr>
      </p:pic>
      <p:pic>
        <p:nvPicPr>
          <p:cNvPr id="8" name="Picture 7">
            <a:extLst>
              <a:ext uri="{FF2B5EF4-FFF2-40B4-BE49-F238E27FC236}">
                <a16:creationId xmlns:a16="http://schemas.microsoft.com/office/drawing/2014/main" id="{EDC11CC8-467D-4F4C-85F1-3B168B44DF3D}"/>
              </a:ext>
            </a:extLst>
          </p:cNvPr>
          <p:cNvPicPr>
            <a:picLocks noChangeAspect="1"/>
          </p:cNvPicPr>
          <p:nvPr/>
        </p:nvPicPr>
        <p:blipFill>
          <a:blip r:embed="rId4"/>
          <a:stretch>
            <a:fillRect/>
          </a:stretch>
        </p:blipFill>
        <p:spPr>
          <a:xfrm>
            <a:off x="4121150" y="990521"/>
            <a:ext cx="4394200" cy="1257300"/>
          </a:xfrm>
          <a:prstGeom prst="rect">
            <a:avLst/>
          </a:prstGeom>
        </p:spPr>
      </p:pic>
      <p:sp>
        <p:nvSpPr>
          <p:cNvPr id="6" name="TextBox 5">
            <a:extLst>
              <a:ext uri="{FF2B5EF4-FFF2-40B4-BE49-F238E27FC236}">
                <a16:creationId xmlns:a16="http://schemas.microsoft.com/office/drawing/2014/main" id="{AEF33147-AA95-F83B-FA1E-14ABDB56F0C0}"/>
              </a:ext>
            </a:extLst>
          </p:cNvPr>
          <p:cNvSpPr txBox="1"/>
          <p:nvPr/>
        </p:nvSpPr>
        <p:spPr>
          <a:xfrm>
            <a:off x="727788" y="2216464"/>
            <a:ext cx="4043094" cy="307777"/>
          </a:xfrm>
          <a:prstGeom prst="rect">
            <a:avLst/>
          </a:prstGeom>
          <a:noFill/>
        </p:spPr>
        <p:txBody>
          <a:bodyPr wrap="none" rtlCol="0">
            <a:spAutoFit/>
          </a:bodyPr>
          <a:lstStyle/>
          <a:p>
            <a:r>
              <a:rPr lang="en-US" dirty="0"/>
              <a:t>If you see something that you can update – do it!</a:t>
            </a:r>
          </a:p>
        </p:txBody>
      </p:sp>
    </p:spTree>
    <p:extLst>
      <p:ext uri="{BB962C8B-B14F-4D97-AF65-F5344CB8AC3E}">
        <p14:creationId xmlns:p14="http://schemas.microsoft.com/office/powerpoint/2010/main" val="817793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4"/>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dirty="0"/>
              <a:t>Small Contributions → Big Impact</a:t>
            </a:r>
            <a:endParaRPr dirty="0"/>
          </a:p>
        </p:txBody>
      </p:sp>
      <p:sp>
        <p:nvSpPr>
          <p:cNvPr id="301" name="Google Shape;301;p44"/>
          <p:cNvSpPr txBox="1"/>
          <p:nvPr/>
        </p:nvSpPr>
        <p:spPr>
          <a:xfrm>
            <a:off x="457200" y="855553"/>
            <a:ext cx="8058150" cy="2268600"/>
          </a:xfrm>
          <a:prstGeom prst="rect">
            <a:avLst/>
          </a:prstGeom>
          <a:noFill/>
          <a:ln>
            <a:noFill/>
          </a:ln>
        </p:spPr>
        <p:txBody>
          <a:bodyPr spcFirstLastPara="1" wrap="square" lIns="91425" tIns="91425" rIns="91425" bIns="91425" anchor="t" anchorCtr="0">
            <a:noAutofit/>
          </a:bodyPr>
          <a:lstStyle/>
          <a:p>
            <a:pPr lvl="0"/>
            <a:r>
              <a:rPr lang="en-US" sz="2100" dirty="0">
                <a:solidFill>
                  <a:schemeClr val="dk1"/>
                </a:solidFill>
                <a:latin typeface="Open Sans"/>
                <a:ea typeface="Open Sans"/>
                <a:cs typeface="Open Sans"/>
              </a:rPr>
              <a:t>Documentation, </a:t>
            </a:r>
            <a:r>
              <a:rPr lang="en-US" sz="2100" dirty="0" err="1">
                <a:solidFill>
                  <a:schemeClr val="dk1"/>
                </a:solidFill>
                <a:latin typeface="Open Sans"/>
                <a:ea typeface="Open Sans"/>
                <a:cs typeface="Open Sans"/>
              </a:rPr>
              <a:t>README.md</a:t>
            </a:r>
            <a:r>
              <a:rPr lang="en-US" sz="2100" dirty="0">
                <a:solidFill>
                  <a:schemeClr val="dk1"/>
                </a:solidFill>
                <a:latin typeface="Open Sans"/>
                <a:ea typeface="Open Sans"/>
                <a:cs typeface="Open Sans"/>
              </a:rPr>
              <a:t>, </a:t>
            </a:r>
            <a:r>
              <a:rPr lang="en-US" sz="2100" dirty="0" err="1">
                <a:solidFill>
                  <a:schemeClr val="dk1"/>
                </a:solidFill>
                <a:latin typeface="Open Sans"/>
                <a:ea typeface="Open Sans"/>
                <a:cs typeface="Open Sans"/>
              </a:rPr>
              <a:t>DEVELOPER_GUIDE.md</a:t>
            </a:r>
            <a:r>
              <a:rPr lang="en-US" sz="2100" dirty="0">
                <a:solidFill>
                  <a:schemeClr val="dk1"/>
                </a:solidFill>
                <a:latin typeface="Open Sans"/>
                <a:ea typeface="Open Sans"/>
                <a:cs typeface="Open Sans"/>
              </a:rPr>
              <a:t> &amp; more</a:t>
            </a:r>
            <a:br>
              <a:rPr lang="en-GB" sz="2100" dirty="0">
                <a:solidFill>
                  <a:schemeClr val="dk1"/>
                </a:solidFill>
                <a:latin typeface="Open Sans"/>
                <a:ea typeface="Open Sans"/>
                <a:cs typeface="Open Sans"/>
                <a:sym typeface="Open Sans"/>
              </a:rPr>
            </a:br>
            <a:br>
              <a:rPr lang="en-GB" sz="2100" dirty="0">
                <a:solidFill>
                  <a:schemeClr val="dk1"/>
                </a:solidFill>
                <a:latin typeface="Open Sans"/>
                <a:ea typeface="Open Sans"/>
                <a:cs typeface="Open Sans"/>
                <a:sym typeface="Open Sans"/>
              </a:rPr>
            </a:br>
            <a:endParaRPr sz="2100" dirty="0">
              <a:solidFill>
                <a:schemeClr val="dk1"/>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9">
          <a:extLst>
            <a:ext uri="{FF2B5EF4-FFF2-40B4-BE49-F238E27FC236}">
              <a16:creationId xmlns:a16="http://schemas.microsoft.com/office/drawing/2014/main" id="{11EDC093-118C-AE2B-072A-920162D83CD4}"/>
            </a:ext>
          </a:extLst>
        </p:cNvPr>
        <p:cNvGrpSpPr/>
        <p:nvPr/>
      </p:nvGrpSpPr>
      <p:grpSpPr>
        <a:xfrm>
          <a:off x="0" y="0"/>
          <a:ext cx="0" cy="0"/>
          <a:chOff x="0" y="0"/>
          <a:chExt cx="0" cy="0"/>
        </a:xfrm>
      </p:grpSpPr>
      <p:sp>
        <p:nvSpPr>
          <p:cNvPr id="300" name="Google Shape;300;p44">
            <a:extLst>
              <a:ext uri="{FF2B5EF4-FFF2-40B4-BE49-F238E27FC236}">
                <a16:creationId xmlns:a16="http://schemas.microsoft.com/office/drawing/2014/main" id="{2BAEE657-6E24-B99F-B563-013C723CA783}"/>
              </a:ext>
            </a:extLst>
          </p:cNvPr>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t>Small Contributions → Big Impact</a:t>
            </a:r>
            <a:endParaRPr/>
          </a:p>
        </p:txBody>
      </p:sp>
      <p:sp>
        <p:nvSpPr>
          <p:cNvPr id="301" name="Google Shape;301;p44">
            <a:extLst>
              <a:ext uri="{FF2B5EF4-FFF2-40B4-BE49-F238E27FC236}">
                <a16:creationId xmlns:a16="http://schemas.microsoft.com/office/drawing/2014/main" id="{DE2B4535-F870-DF52-84D0-680B6D115768}"/>
              </a:ext>
            </a:extLst>
          </p:cNvPr>
          <p:cNvSpPr txBox="1"/>
          <p:nvPr/>
        </p:nvSpPr>
        <p:spPr>
          <a:xfrm>
            <a:off x="457200" y="855553"/>
            <a:ext cx="8058150" cy="2268600"/>
          </a:xfrm>
          <a:prstGeom prst="rect">
            <a:avLst/>
          </a:prstGeom>
          <a:noFill/>
          <a:ln>
            <a:noFill/>
          </a:ln>
        </p:spPr>
        <p:txBody>
          <a:bodyPr spcFirstLastPara="1" wrap="square" lIns="91425" tIns="91425" rIns="91425" bIns="91425" anchor="t" anchorCtr="0">
            <a:noAutofit/>
          </a:bodyPr>
          <a:lstStyle/>
          <a:p>
            <a:pPr lvl="0"/>
            <a:r>
              <a:rPr lang="en-US" sz="2100" dirty="0">
                <a:solidFill>
                  <a:schemeClr val="dk1"/>
                </a:solidFill>
                <a:latin typeface="Open Sans"/>
                <a:ea typeface="Open Sans"/>
                <a:cs typeface="Open Sans"/>
              </a:rPr>
              <a:t>Social media and sharing with your community</a:t>
            </a:r>
            <a:endParaRPr sz="2100" dirty="0">
              <a:solidFill>
                <a:schemeClr val="dk1"/>
              </a:solidFill>
              <a:latin typeface="Open Sans"/>
              <a:ea typeface="Open Sans"/>
              <a:cs typeface="Open Sans"/>
              <a:sym typeface="Open Sans"/>
            </a:endParaRPr>
          </a:p>
        </p:txBody>
      </p:sp>
      <p:pic>
        <p:nvPicPr>
          <p:cNvPr id="3" name="Picture 2">
            <a:extLst>
              <a:ext uri="{FF2B5EF4-FFF2-40B4-BE49-F238E27FC236}">
                <a16:creationId xmlns:a16="http://schemas.microsoft.com/office/drawing/2014/main" id="{9B7B4D6F-960A-EFAF-DAA5-1463E0996800}"/>
              </a:ext>
            </a:extLst>
          </p:cNvPr>
          <p:cNvPicPr>
            <a:picLocks noChangeAspect="1"/>
          </p:cNvPicPr>
          <p:nvPr/>
        </p:nvPicPr>
        <p:blipFill>
          <a:blip r:embed="rId3"/>
          <a:stretch>
            <a:fillRect/>
          </a:stretch>
        </p:blipFill>
        <p:spPr>
          <a:xfrm>
            <a:off x="5982358" y="1355383"/>
            <a:ext cx="2704442" cy="3437514"/>
          </a:xfrm>
          <a:prstGeom prst="rect">
            <a:avLst/>
          </a:prstGeom>
        </p:spPr>
      </p:pic>
      <p:pic>
        <p:nvPicPr>
          <p:cNvPr id="5" name="Picture 4">
            <a:extLst>
              <a:ext uri="{FF2B5EF4-FFF2-40B4-BE49-F238E27FC236}">
                <a16:creationId xmlns:a16="http://schemas.microsoft.com/office/drawing/2014/main" id="{6EF580F1-5777-02DB-581F-B5CAF036967B}"/>
              </a:ext>
            </a:extLst>
          </p:cNvPr>
          <p:cNvPicPr>
            <a:picLocks noChangeAspect="1"/>
          </p:cNvPicPr>
          <p:nvPr/>
        </p:nvPicPr>
        <p:blipFill>
          <a:blip r:embed="rId4"/>
          <a:stretch>
            <a:fillRect/>
          </a:stretch>
        </p:blipFill>
        <p:spPr>
          <a:xfrm>
            <a:off x="3254481" y="1355383"/>
            <a:ext cx="2635038" cy="3252776"/>
          </a:xfrm>
          <a:prstGeom prst="rect">
            <a:avLst/>
          </a:prstGeom>
        </p:spPr>
      </p:pic>
      <p:pic>
        <p:nvPicPr>
          <p:cNvPr id="7" name="Picture 6">
            <a:extLst>
              <a:ext uri="{FF2B5EF4-FFF2-40B4-BE49-F238E27FC236}">
                <a16:creationId xmlns:a16="http://schemas.microsoft.com/office/drawing/2014/main" id="{C59A9422-531F-A5D5-AB3D-7A8D34DF0C19}"/>
              </a:ext>
            </a:extLst>
          </p:cNvPr>
          <p:cNvPicPr>
            <a:picLocks noChangeAspect="1"/>
          </p:cNvPicPr>
          <p:nvPr/>
        </p:nvPicPr>
        <p:blipFill>
          <a:blip r:embed="rId5"/>
          <a:stretch>
            <a:fillRect/>
          </a:stretch>
        </p:blipFill>
        <p:spPr>
          <a:xfrm>
            <a:off x="205917" y="1355383"/>
            <a:ext cx="2955725" cy="3687926"/>
          </a:xfrm>
          <a:prstGeom prst="rect">
            <a:avLst/>
          </a:prstGeom>
        </p:spPr>
      </p:pic>
    </p:spTree>
    <p:extLst>
      <p:ext uri="{BB962C8B-B14F-4D97-AF65-F5344CB8AC3E}">
        <p14:creationId xmlns:p14="http://schemas.microsoft.com/office/powerpoint/2010/main" val="2814974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F7E58-A12D-47FE-BFB9-098C6742345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72E223-61FE-ED7A-1E9E-1589516AAC8E}"/>
              </a:ext>
            </a:extLst>
          </p:cNvPr>
          <p:cNvPicPr>
            <a:picLocks noChangeAspect="1"/>
          </p:cNvPicPr>
          <p:nvPr/>
        </p:nvPicPr>
        <p:blipFill>
          <a:blip r:embed="rId3">
            <a:alphaModFix amt="60000"/>
          </a:blip>
          <a:srcRect/>
          <a:stretch/>
        </p:blipFill>
        <p:spPr>
          <a:xfrm>
            <a:off x="336568" y="489841"/>
            <a:ext cx="8640767" cy="4477575"/>
          </a:xfrm>
          <a:prstGeom prst="rect">
            <a:avLst/>
          </a:prstGeom>
        </p:spPr>
      </p:pic>
      <p:cxnSp>
        <p:nvCxnSpPr>
          <p:cNvPr id="62" name="Straight Connector 61">
            <a:extLst>
              <a:ext uri="{FF2B5EF4-FFF2-40B4-BE49-F238E27FC236}">
                <a16:creationId xmlns:a16="http://schemas.microsoft.com/office/drawing/2014/main" id="{9A957564-0A52-F638-C103-B189D706FFDC}"/>
              </a:ext>
            </a:extLst>
          </p:cNvPr>
          <p:cNvCxnSpPr>
            <a:cxnSpLocks/>
            <a:endCxn id="54" idx="0"/>
          </p:cNvCxnSpPr>
          <p:nvPr/>
        </p:nvCxnSpPr>
        <p:spPr>
          <a:xfrm flipH="1" flipV="1">
            <a:off x="4683626" y="1942655"/>
            <a:ext cx="5797" cy="518525"/>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F54E4F44-EEBE-96AC-72F9-F0F0BEC247E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363478" y="1838577"/>
            <a:ext cx="73531" cy="104367"/>
          </a:xfrm>
          <a:prstGeom prst="rect">
            <a:avLst/>
          </a:prstGeom>
          <a:effectLst>
            <a:outerShdw blurRad="177800" dist="38100" dir="5400000" algn="tl" rotWithShape="0">
              <a:prstClr val="black">
                <a:alpha val="72000"/>
              </a:prstClr>
            </a:outerShdw>
          </a:effectLst>
        </p:spPr>
      </p:pic>
      <p:sp>
        <p:nvSpPr>
          <p:cNvPr id="31" name="TextBox 30">
            <a:extLst>
              <a:ext uri="{FF2B5EF4-FFF2-40B4-BE49-F238E27FC236}">
                <a16:creationId xmlns:a16="http://schemas.microsoft.com/office/drawing/2014/main" id="{27BC1B92-C172-DBBF-02E2-A4D7E04DAF48}"/>
              </a:ext>
            </a:extLst>
          </p:cNvPr>
          <p:cNvSpPr txBox="1"/>
          <p:nvPr/>
        </p:nvSpPr>
        <p:spPr>
          <a:xfrm>
            <a:off x="3917058" y="1221581"/>
            <a:ext cx="502061" cy="196208"/>
          </a:xfrm>
          <a:prstGeom prst="rect">
            <a:avLst/>
          </a:prstGeom>
          <a:solidFill>
            <a:schemeClr val="accent5"/>
          </a:solidFill>
          <a:ln w="28575">
            <a:noFill/>
          </a:ln>
          <a:effectLst/>
        </p:spPr>
        <p:txBody>
          <a:bodyPr wrap="none" rtlCol="0">
            <a:spAutoFit/>
          </a:bodyPr>
          <a:lstStyle/>
          <a:p>
            <a:pPr algn="ct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London</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32" name="Straight Connector 31">
            <a:extLst>
              <a:ext uri="{FF2B5EF4-FFF2-40B4-BE49-F238E27FC236}">
                <a16:creationId xmlns:a16="http://schemas.microsoft.com/office/drawing/2014/main" id="{C772EF69-A092-13D0-B5D5-77281AC02DCD}"/>
              </a:ext>
            </a:extLst>
          </p:cNvPr>
          <p:cNvCxnSpPr>
            <a:cxnSpLocks/>
          </p:cNvCxnSpPr>
          <p:nvPr/>
        </p:nvCxnSpPr>
        <p:spPr>
          <a:xfrm flipV="1">
            <a:off x="4400550" y="1221582"/>
            <a:ext cx="0" cy="62461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1AB991F3-7879-E06F-351C-E67C43A4B62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276884" y="1849334"/>
            <a:ext cx="73531" cy="104367"/>
          </a:xfrm>
          <a:prstGeom prst="rect">
            <a:avLst/>
          </a:prstGeom>
          <a:effectLst>
            <a:outerShdw blurRad="177800" dist="38100" dir="5400000" algn="tl" rotWithShape="0">
              <a:prstClr val="black">
                <a:alpha val="72000"/>
              </a:prstClr>
            </a:outerShdw>
          </a:effectLst>
        </p:spPr>
      </p:pic>
      <p:sp>
        <p:nvSpPr>
          <p:cNvPr id="34" name="TextBox 33">
            <a:extLst>
              <a:ext uri="{FF2B5EF4-FFF2-40B4-BE49-F238E27FC236}">
                <a16:creationId xmlns:a16="http://schemas.microsoft.com/office/drawing/2014/main" id="{C75E1F58-73D1-2714-DE74-453AF75B50C4}"/>
              </a:ext>
            </a:extLst>
          </p:cNvPr>
          <p:cNvSpPr txBox="1"/>
          <p:nvPr/>
        </p:nvSpPr>
        <p:spPr>
          <a:xfrm>
            <a:off x="3872543" y="1476375"/>
            <a:ext cx="458780" cy="196208"/>
          </a:xfrm>
          <a:prstGeom prst="rect">
            <a:avLst/>
          </a:prstGeom>
          <a:solidFill>
            <a:schemeClr val="accent5"/>
          </a:solidFill>
          <a:ln w="28575">
            <a:noFill/>
          </a:ln>
          <a:effectLst/>
        </p:spPr>
        <p:txBody>
          <a:bodyPr wrap="none" rtlCol="0">
            <a:spAutoFit/>
          </a:bodyPr>
          <a:lstStyle/>
          <a:p>
            <a:pPr algn="ct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Bristol</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35" name="Straight Connector 34">
            <a:extLst>
              <a:ext uri="{FF2B5EF4-FFF2-40B4-BE49-F238E27FC236}">
                <a16:creationId xmlns:a16="http://schemas.microsoft.com/office/drawing/2014/main" id="{EA83EA64-93A7-6C7E-D22A-CEC0334DF5EB}"/>
              </a:ext>
            </a:extLst>
          </p:cNvPr>
          <p:cNvCxnSpPr>
            <a:cxnSpLocks/>
          </p:cNvCxnSpPr>
          <p:nvPr/>
        </p:nvCxnSpPr>
        <p:spPr>
          <a:xfrm flipV="1">
            <a:off x="4313957" y="1476376"/>
            <a:ext cx="0" cy="380573"/>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5836C13D-E7BD-F208-7C7D-C4A9E09DC7F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439076" y="1978108"/>
            <a:ext cx="73531" cy="104367"/>
          </a:xfrm>
          <a:prstGeom prst="rect">
            <a:avLst/>
          </a:prstGeom>
          <a:effectLst>
            <a:outerShdw blurRad="177800" dist="38100" dir="5400000" algn="tl" rotWithShape="0">
              <a:prstClr val="black">
                <a:alpha val="72000"/>
              </a:prstClr>
            </a:outerShdw>
          </a:effectLst>
        </p:spPr>
      </p:pic>
      <p:sp>
        <p:nvSpPr>
          <p:cNvPr id="40" name="TextBox 39">
            <a:extLst>
              <a:ext uri="{FF2B5EF4-FFF2-40B4-BE49-F238E27FC236}">
                <a16:creationId xmlns:a16="http://schemas.microsoft.com/office/drawing/2014/main" id="{47325A95-06F4-08E2-E219-28A9EF9A1B72}"/>
              </a:ext>
            </a:extLst>
          </p:cNvPr>
          <p:cNvSpPr txBox="1"/>
          <p:nvPr/>
        </p:nvSpPr>
        <p:spPr>
          <a:xfrm>
            <a:off x="4085876" y="2403052"/>
            <a:ext cx="396262"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Paris</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41" name="Straight Connector 40">
            <a:extLst>
              <a:ext uri="{FF2B5EF4-FFF2-40B4-BE49-F238E27FC236}">
                <a16:creationId xmlns:a16="http://schemas.microsoft.com/office/drawing/2014/main" id="{FDA2FBEB-805D-7EC8-7807-8354767F00C5}"/>
              </a:ext>
            </a:extLst>
          </p:cNvPr>
          <p:cNvCxnSpPr>
            <a:cxnSpLocks/>
          </p:cNvCxnSpPr>
          <p:nvPr/>
        </p:nvCxnSpPr>
        <p:spPr>
          <a:xfrm flipV="1">
            <a:off x="4475841" y="2037906"/>
            <a:ext cx="0" cy="380573"/>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CD3A0D3-90DA-B899-4DFB-D28AFB64BFDD}"/>
              </a:ext>
            </a:extLst>
          </p:cNvPr>
          <p:cNvSpPr txBox="1"/>
          <p:nvPr/>
        </p:nvSpPr>
        <p:spPr>
          <a:xfrm>
            <a:off x="4228472" y="2623229"/>
            <a:ext cx="405880"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Milan</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44" name="Straight Connector 43">
            <a:extLst>
              <a:ext uri="{FF2B5EF4-FFF2-40B4-BE49-F238E27FC236}">
                <a16:creationId xmlns:a16="http://schemas.microsoft.com/office/drawing/2014/main" id="{91E3B3F0-EA8A-6D01-16E5-0B4B5CB252E2}"/>
              </a:ext>
            </a:extLst>
          </p:cNvPr>
          <p:cNvCxnSpPr>
            <a:cxnSpLocks/>
          </p:cNvCxnSpPr>
          <p:nvPr/>
        </p:nvCxnSpPr>
        <p:spPr>
          <a:xfrm flipV="1">
            <a:off x="4634352" y="2128483"/>
            <a:ext cx="0" cy="556104"/>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46" name="Picture 45">
            <a:extLst>
              <a:ext uri="{FF2B5EF4-FFF2-40B4-BE49-F238E27FC236}">
                <a16:creationId xmlns:a16="http://schemas.microsoft.com/office/drawing/2014/main" id="{A2F24C61-8374-D1CA-31CC-B9CBC89F7BD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507759" y="1810024"/>
            <a:ext cx="73531" cy="104367"/>
          </a:xfrm>
          <a:prstGeom prst="rect">
            <a:avLst/>
          </a:prstGeom>
          <a:effectLst>
            <a:outerShdw blurRad="177800" dist="38100" dir="5400000" algn="tl" rotWithShape="0">
              <a:prstClr val="black">
                <a:alpha val="72000"/>
              </a:prstClr>
            </a:outerShdw>
          </a:effectLst>
        </p:spPr>
      </p:pic>
      <p:pic>
        <p:nvPicPr>
          <p:cNvPr id="69" name="Picture 68">
            <a:extLst>
              <a:ext uri="{FF2B5EF4-FFF2-40B4-BE49-F238E27FC236}">
                <a16:creationId xmlns:a16="http://schemas.microsoft.com/office/drawing/2014/main" id="{AD50065D-5D56-5826-4EC9-170685AF32A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5183735" y="2473706"/>
            <a:ext cx="73531" cy="104367"/>
          </a:xfrm>
          <a:prstGeom prst="rect">
            <a:avLst/>
          </a:prstGeom>
          <a:effectLst>
            <a:outerShdw blurRad="177800" dist="38100" dir="5400000" algn="tl" rotWithShape="0">
              <a:prstClr val="black">
                <a:alpha val="72000"/>
              </a:prstClr>
            </a:outerShdw>
          </a:effectLst>
        </p:spPr>
      </p:pic>
      <p:sp>
        <p:nvSpPr>
          <p:cNvPr id="47" name="TextBox 46">
            <a:extLst>
              <a:ext uri="{FF2B5EF4-FFF2-40B4-BE49-F238E27FC236}">
                <a16:creationId xmlns:a16="http://schemas.microsoft.com/office/drawing/2014/main" id="{9C969A25-B5ED-3BE1-BA1F-5E379CA6358D}"/>
              </a:ext>
            </a:extLst>
          </p:cNvPr>
          <p:cNvSpPr txBox="1"/>
          <p:nvPr/>
        </p:nvSpPr>
        <p:spPr>
          <a:xfrm>
            <a:off x="4535965" y="1059974"/>
            <a:ext cx="660758"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Amsterdam</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48" name="Straight Connector 47">
            <a:extLst>
              <a:ext uri="{FF2B5EF4-FFF2-40B4-BE49-F238E27FC236}">
                <a16:creationId xmlns:a16="http://schemas.microsoft.com/office/drawing/2014/main" id="{9C5532D1-4609-FA42-C9BC-2EED9D6FF911}"/>
              </a:ext>
            </a:extLst>
          </p:cNvPr>
          <p:cNvCxnSpPr>
            <a:cxnSpLocks/>
          </p:cNvCxnSpPr>
          <p:nvPr/>
        </p:nvCxnSpPr>
        <p:spPr>
          <a:xfrm flipV="1">
            <a:off x="4544831" y="1193028"/>
            <a:ext cx="0" cy="62461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4D6B3A71-7151-A5C9-ED1F-F203FB12C6F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666270" y="1822964"/>
            <a:ext cx="73531" cy="104367"/>
          </a:xfrm>
          <a:prstGeom prst="rect">
            <a:avLst/>
          </a:prstGeom>
          <a:effectLst>
            <a:outerShdw blurRad="177800" dist="38100" dir="5400000" algn="tl" rotWithShape="0">
              <a:prstClr val="black">
                <a:alpha val="72000"/>
              </a:prstClr>
            </a:outerShdw>
          </a:effectLst>
        </p:spPr>
      </p:pic>
      <p:sp>
        <p:nvSpPr>
          <p:cNvPr id="50" name="TextBox 49">
            <a:extLst>
              <a:ext uri="{FF2B5EF4-FFF2-40B4-BE49-F238E27FC236}">
                <a16:creationId xmlns:a16="http://schemas.microsoft.com/office/drawing/2014/main" id="{11EBACC9-75F1-417C-5CBA-B463DE08570E}"/>
              </a:ext>
            </a:extLst>
          </p:cNvPr>
          <p:cNvSpPr txBox="1"/>
          <p:nvPr/>
        </p:nvSpPr>
        <p:spPr>
          <a:xfrm>
            <a:off x="4694476" y="1321990"/>
            <a:ext cx="429926"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Berlin</a:t>
            </a:r>
            <a:endParaRPr lang="en-US" sz="675" kern="100" dirty="0">
              <a:solidFill>
                <a:schemeClr val="bg1"/>
              </a:solidFill>
              <a:ea typeface="Aptos" panose="020B0004020202020204" pitchFamily="34" charset="0"/>
              <a:cs typeface="Times New Roman" panose="02020603050405020304" pitchFamily="18" charset="0"/>
            </a:endParaRPr>
          </a:p>
        </p:txBody>
      </p:sp>
      <p:sp>
        <p:nvSpPr>
          <p:cNvPr id="70" name="TextBox 69">
            <a:extLst>
              <a:ext uri="{FF2B5EF4-FFF2-40B4-BE49-F238E27FC236}">
                <a16:creationId xmlns:a16="http://schemas.microsoft.com/office/drawing/2014/main" id="{F9030C01-5087-9211-F569-0B89F7B28AFA}"/>
              </a:ext>
            </a:extLst>
          </p:cNvPr>
          <p:cNvSpPr txBox="1"/>
          <p:nvPr/>
        </p:nvSpPr>
        <p:spPr>
          <a:xfrm>
            <a:off x="5215772" y="2083955"/>
            <a:ext cx="715260"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Tel Aviv-Yafo</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51" name="Straight Connector 50">
            <a:extLst>
              <a:ext uri="{FF2B5EF4-FFF2-40B4-BE49-F238E27FC236}">
                <a16:creationId xmlns:a16="http://schemas.microsoft.com/office/drawing/2014/main" id="{36F17728-EB6E-9B75-B992-6BD2BAF65D59}"/>
              </a:ext>
            </a:extLst>
          </p:cNvPr>
          <p:cNvCxnSpPr>
            <a:cxnSpLocks/>
          </p:cNvCxnSpPr>
          <p:nvPr/>
        </p:nvCxnSpPr>
        <p:spPr>
          <a:xfrm flipV="1">
            <a:off x="4703342" y="1321990"/>
            <a:ext cx="0" cy="508588"/>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D03985E-F174-60AB-2512-DF020D92B4DA}"/>
              </a:ext>
            </a:extLst>
          </p:cNvPr>
          <p:cNvCxnSpPr>
            <a:cxnSpLocks/>
            <a:endCxn id="70" idx="1"/>
          </p:cNvCxnSpPr>
          <p:nvPr/>
        </p:nvCxnSpPr>
        <p:spPr>
          <a:xfrm flipH="1" flipV="1">
            <a:off x="5215772" y="2182059"/>
            <a:ext cx="5035" cy="299262"/>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54" name="Picture 53">
            <a:extLst>
              <a:ext uri="{FF2B5EF4-FFF2-40B4-BE49-F238E27FC236}">
                <a16:creationId xmlns:a16="http://schemas.microsoft.com/office/drawing/2014/main" id="{C0CFFADD-EBFF-EF97-3FAB-F5291B16528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646861" y="1942655"/>
            <a:ext cx="73531" cy="104367"/>
          </a:xfrm>
          <a:prstGeom prst="rect">
            <a:avLst/>
          </a:prstGeom>
          <a:effectLst>
            <a:outerShdw blurRad="177800" dist="38100" dir="5400000" algn="tl" rotWithShape="0">
              <a:prstClr val="black">
                <a:alpha val="72000"/>
              </a:prstClr>
            </a:outerShdw>
          </a:effectLst>
        </p:spPr>
      </p:pic>
      <p:sp>
        <p:nvSpPr>
          <p:cNvPr id="61" name="TextBox 60">
            <a:extLst>
              <a:ext uri="{FF2B5EF4-FFF2-40B4-BE49-F238E27FC236}">
                <a16:creationId xmlns:a16="http://schemas.microsoft.com/office/drawing/2014/main" id="{42CAD6DC-719D-610F-07C8-17C344F75C32}"/>
              </a:ext>
            </a:extLst>
          </p:cNvPr>
          <p:cNvSpPr txBox="1"/>
          <p:nvPr/>
        </p:nvSpPr>
        <p:spPr>
          <a:xfrm>
            <a:off x="4679752" y="2291291"/>
            <a:ext cx="487634"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Munich</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72" name="Picture 71">
            <a:extLst>
              <a:ext uri="{FF2B5EF4-FFF2-40B4-BE49-F238E27FC236}">
                <a16:creationId xmlns:a16="http://schemas.microsoft.com/office/drawing/2014/main" id="{46856903-74DB-9F91-1065-347B04426E4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7411296" y="2334484"/>
            <a:ext cx="73531" cy="104367"/>
          </a:xfrm>
          <a:prstGeom prst="rect">
            <a:avLst/>
          </a:prstGeom>
          <a:effectLst>
            <a:outerShdw blurRad="177800" dist="38100" dir="5400000" algn="tl" rotWithShape="0">
              <a:prstClr val="black">
                <a:alpha val="72000"/>
              </a:prstClr>
            </a:outerShdw>
          </a:effectLst>
        </p:spPr>
      </p:pic>
      <p:sp>
        <p:nvSpPr>
          <p:cNvPr id="73" name="TextBox 72">
            <a:extLst>
              <a:ext uri="{FF2B5EF4-FFF2-40B4-BE49-F238E27FC236}">
                <a16:creationId xmlns:a16="http://schemas.microsoft.com/office/drawing/2014/main" id="{E4CE6196-FAE4-8229-5A4D-3AE36AEE93A7}"/>
              </a:ext>
            </a:extLst>
          </p:cNvPr>
          <p:cNvSpPr txBox="1"/>
          <p:nvPr/>
        </p:nvSpPr>
        <p:spPr>
          <a:xfrm>
            <a:off x="7069603" y="1833510"/>
            <a:ext cx="420308"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Seoul</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74" name="Straight Connector 73">
            <a:extLst>
              <a:ext uri="{FF2B5EF4-FFF2-40B4-BE49-F238E27FC236}">
                <a16:creationId xmlns:a16="http://schemas.microsoft.com/office/drawing/2014/main" id="{1DA42EC5-B481-3368-8A51-7392663385F8}"/>
              </a:ext>
            </a:extLst>
          </p:cNvPr>
          <p:cNvCxnSpPr>
            <a:cxnSpLocks/>
          </p:cNvCxnSpPr>
          <p:nvPr/>
        </p:nvCxnSpPr>
        <p:spPr>
          <a:xfrm flipV="1">
            <a:off x="7448368" y="1833510"/>
            <a:ext cx="0" cy="508588"/>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198A422A-2D4D-4728-FF12-E569906AAA07}"/>
              </a:ext>
            </a:extLst>
          </p:cNvPr>
          <p:cNvSpPr txBox="1"/>
          <p:nvPr/>
        </p:nvSpPr>
        <p:spPr>
          <a:xfrm>
            <a:off x="7695112" y="2642066"/>
            <a:ext cx="433132"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Tokyo</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77" name="Straight Connector 76">
            <a:extLst>
              <a:ext uri="{FF2B5EF4-FFF2-40B4-BE49-F238E27FC236}">
                <a16:creationId xmlns:a16="http://schemas.microsoft.com/office/drawing/2014/main" id="{9A2184D7-5520-7C79-9AC1-DFA301CD040D}"/>
              </a:ext>
            </a:extLst>
          </p:cNvPr>
          <p:cNvCxnSpPr>
            <a:cxnSpLocks/>
          </p:cNvCxnSpPr>
          <p:nvPr/>
        </p:nvCxnSpPr>
        <p:spPr>
          <a:xfrm flipV="1">
            <a:off x="7733714" y="2406535"/>
            <a:ext cx="0" cy="408656"/>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75" name="Picture 74">
            <a:extLst>
              <a:ext uri="{FF2B5EF4-FFF2-40B4-BE49-F238E27FC236}">
                <a16:creationId xmlns:a16="http://schemas.microsoft.com/office/drawing/2014/main" id="{57243D3A-E6A7-3FF0-CBA6-FEF3E8C2C32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7696949" y="2343515"/>
            <a:ext cx="73531" cy="104367"/>
          </a:xfrm>
          <a:prstGeom prst="rect">
            <a:avLst/>
          </a:prstGeom>
          <a:effectLst>
            <a:outerShdw blurRad="177800" dist="38100" dir="5400000" algn="tl" rotWithShape="0">
              <a:prstClr val="black">
                <a:alpha val="72000"/>
              </a:prstClr>
            </a:outerShdw>
          </a:effectLst>
        </p:spPr>
      </p:pic>
      <p:pic>
        <p:nvPicPr>
          <p:cNvPr id="80" name="Picture 79">
            <a:extLst>
              <a:ext uri="{FF2B5EF4-FFF2-40B4-BE49-F238E27FC236}">
                <a16:creationId xmlns:a16="http://schemas.microsoft.com/office/drawing/2014/main" id="{F4BBF420-CC56-9043-EE25-0FC1F0E958B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2608870" y="2143746"/>
            <a:ext cx="73531" cy="104367"/>
          </a:xfrm>
          <a:prstGeom prst="rect">
            <a:avLst/>
          </a:prstGeom>
          <a:effectLst>
            <a:outerShdw blurRad="177800" dist="38100" dir="5400000" algn="tl" rotWithShape="0">
              <a:prstClr val="black">
                <a:alpha val="72000"/>
              </a:prstClr>
            </a:outerShdw>
          </a:effectLst>
        </p:spPr>
      </p:pic>
      <p:sp>
        <p:nvSpPr>
          <p:cNvPr id="81" name="TextBox 80">
            <a:extLst>
              <a:ext uri="{FF2B5EF4-FFF2-40B4-BE49-F238E27FC236}">
                <a16:creationId xmlns:a16="http://schemas.microsoft.com/office/drawing/2014/main" id="{1E20F54C-E1FF-51C1-7E16-F1185055549C}"/>
              </a:ext>
            </a:extLst>
          </p:cNvPr>
          <p:cNvSpPr txBox="1"/>
          <p:nvPr/>
        </p:nvSpPr>
        <p:spPr>
          <a:xfrm>
            <a:off x="2637209" y="1800400"/>
            <a:ext cx="571054"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New York</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82" name="Straight Connector 81">
            <a:extLst>
              <a:ext uri="{FF2B5EF4-FFF2-40B4-BE49-F238E27FC236}">
                <a16:creationId xmlns:a16="http://schemas.microsoft.com/office/drawing/2014/main" id="{87C66AF8-DC0C-12C9-8353-E0D0C4E33DA5}"/>
              </a:ext>
            </a:extLst>
          </p:cNvPr>
          <p:cNvCxnSpPr>
            <a:cxnSpLocks/>
            <a:stCxn id="80" idx="0"/>
          </p:cNvCxnSpPr>
          <p:nvPr/>
        </p:nvCxnSpPr>
        <p:spPr>
          <a:xfrm flipV="1">
            <a:off x="2645635" y="1856949"/>
            <a:ext cx="308" cy="286798"/>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83" name="Picture 82">
            <a:extLst>
              <a:ext uri="{FF2B5EF4-FFF2-40B4-BE49-F238E27FC236}">
                <a16:creationId xmlns:a16="http://schemas.microsoft.com/office/drawing/2014/main" id="{72609402-56FE-B0B9-A518-DE5214C52A3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2227530" y="2152970"/>
            <a:ext cx="73531" cy="104367"/>
          </a:xfrm>
          <a:prstGeom prst="rect">
            <a:avLst/>
          </a:prstGeom>
          <a:effectLst>
            <a:outerShdw blurRad="177800" dist="38100" dir="5400000" algn="tl" rotWithShape="0">
              <a:prstClr val="black">
                <a:alpha val="72000"/>
              </a:prstClr>
            </a:outerShdw>
          </a:effectLst>
        </p:spPr>
      </p:pic>
      <p:sp>
        <p:nvSpPr>
          <p:cNvPr id="84" name="TextBox 83">
            <a:extLst>
              <a:ext uri="{FF2B5EF4-FFF2-40B4-BE49-F238E27FC236}">
                <a16:creationId xmlns:a16="http://schemas.microsoft.com/office/drawing/2014/main" id="{2DBA8B67-7389-B2FB-5F5B-44ECCECEEF1F}"/>
              </a:ext>
            </a:extLst>
          </p:cNvPr>
          <p:cNvSpPr txBox="1"/>
          <p:nvPr/>
        </p:nvSpPr>
        <p:spPr>
          <a:xfrm>
            <a:off x="2255737" y="1621352"/>
            <a:ext cx="526106"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Chicago</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85" name="Straight Connector 84">
            <a:extLst>
              <a:ext uri="{FF2B5EF4-FFF2-40B4-BE49-F238E27FC236}">
                <a16:creationId xmlns:a16="http://schemas.microsoft.com/office/drawing/2014/main" id="{88E0F6A6-6660-9FBE-E486-DDBCFF39B0C6}"/>
              </a:ext>
            </a:extLst>
          </p:cNvPr>
          <p:cNvCxnSpPr>
            <a:cxnSpLocks/>
          </p:cNvCxnSpPr>
          <p:nvPr/>
        </p:nvCxnSpPr>
        <p:spPr>
          <a:xfrm flipV="1">
            <a:off x="2264603" y="1661223"/>
            <a:ext cx="0" cy="508588"/>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90" name="Picture 89">
            <a:extLst>
              <a:ext uri="{FF2B5EF4-FFF2-40B4-BE49-F238E27FC236}">
                <a16:creationId xmlns:a16="http://schemas.microsoft.com/office/drawing/2014/main" id="{63FD9D56-EE34-9671-CC0B-A8001CD8EF2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1397748" y="1901518"/>
            <a:ext cx="73531" cy="104367"/>
          </a:xfrm>
          <a:prstGeom prst="rect">
            <a:avLst/>
          </a:prstGeom>
          <a:effectLst>
            <a:outerShdw blurRad="177800" dist="38100" dir="5400000" algn="tl" rotWithShape="0">
              <a:prstClr val="black">
                <a:alpha val="72000"/>
              </a:prstClr>
            </a:outerShdw>
          </a:effectLst>
        </p:spPr>
      </p:pic>
      <p:sp>
        <p:nvSpPr>
          <p:cNvPr id="91" name="TextBox 90">
            <a:extLst>
              <a:ext uri="{FF2B5EF4-FFF2-40B4-BE49-F238E27FC236}">
                <a16:creationId xmlns:a16="http://schemas.microsoft.com/office/drawing/2014/main" id="{8DF0FB7F-1669-3720-BD8F-13A04F99FD13}"/>
              </a:ext>
            </a:extLst>
          </p:cNvPr>
          <p:cNvSpPr txBox="1"/>
          <p:nvPr/>
        </p:nvSpPr>
        <p:spPr>
          <a:xfrm>
            <a:off x="830404" y="1528559"/>
            <a:ext cx="622350" cy="196208"/>
          </a:xfrm>
          <a:prstGeom prst="rect">
            <a:avLst/>
          </a:prstGeom>
          <a:solidFill>
            <a:schemeClr val="accent5"/>
          </a:solidFill>
          <a:ln w="28575">
            <a:noFill/>
          </a:ln>
          <a:effectLst/>
        </p:spPr>
        <p:txBody>
          <a:bodyPr wrap="none" rtlCol="0">
            <a:spAutoFit/>
          </a:bodyPr>
          <a:lstStyle/>
          <a:p>
            <a:pPr algn="ct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Vancouver</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92" name="Straight Connector 91">
            <a:extLst>
              <a:ext uri="{FF2B5EF4-FFF2-40B4-BE49-F238E27FC236}">
                <a16:creationId xmlns:a16="http://schemas.microsoft.com/office/drawing/2014/main" id="{890D6897-E5E1-577F-2DA2-E2AA996E8128}"/>
              </a:ext>
            </a:extLst>
          </p:cNvPr>
          <p:cNvCxnSpPr>
            <a:cxnSpLocks/>
          </p:cNvCxnSpPr>
          <p:nvPr/>
        </p:nvCxnSpPr>
        <p:spPr>
          <a:xfrm flipV="1">
            <a:off x="1434821" y="1528559"/>
            <a:ext cx="0" cy="380573"/>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FB37A9AE-B0A8-9902-BC64-2C579B068795}"/>
              </a:ext>
            </a:extLst>
          </p:cNvPr>
          <p:cNvSpPr txBox="1"/>
          <p:nvPr/>
        </p:nvSpPr>
        <p:spPr>
          <a:xfrm>
            <a:off x="1444552" y="1702957"/>
            <a:ext cx="468398" cy="196208"/>
          </a:xfrm>
          <a:prstGeom prst="rect">
            <a:avLst/>
          </a:prstGeom>
          <a:solidFill>
            <a:schemeClr val="accent5"/>
          </a:solidFill>
          <a:ln w="28575">
            <a:noFill/>
          </a:ln>
          <a:effectLst/>
        </p:spPr>
        <p:txBody>
          <a:bodyPr wrap="none" rtlCol="0">
            <a:spAutoFit/>
          </a:bodyPr>
          <a:lstStyle/>
          <a:p>
            <a:pPr algn="ct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Seattle</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95" name="Straight Connector 94">
            <a:extLst>
              <a:ext uri="{FF2B5EF4-FFF2-40B4-BE49-F238E27FC236}">
                <a16:creationId xmlns:a16="http://schemas.microsoft.com/office/drawing/2014/main" id="{77842243-67A8-13EE-744E-AE34E63E90BF}"/>
              </a:ext>
            </a:extLst>
          </p:cNvPr>
          <p:cNvCxnSpPr>
            <a:cxnSpLocks/>
          </p:cNvCxnSpPr>
          <p:nvPr/>
        </p:nvCxnSpPr>
        <p:spPr>
          <a:xfrm flipV="1">
            <a:off x="1459113" y="1794477"/>
            <a:ext cx="7358" cy="247319"/>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93" name="Picture 92">
            <a:extLst>
              <a:ext uri="{FF2B5EF4-FFF2-40B4-BE49-F238E27FC236}">
                <a16:creationId xmlns:a16="http://schemas.microsoft.com/office/drawing/2014/main" id="{B7FB34C8-326D-D0A8-6F4F-AD5785247AB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1422348" y="1987627"/>
            <a:ext cx="73531" cy="104367"/>
          </a:xfrm>
          <a:prstGeom prst="rect">
            <a:avLst/>
          </a:prstGeom>
          <a:effectLst>
            <a:outerShdw blurRad="177800" dist="38100" dir="5400000" algn="tl" rotWithShape="0">
              <a:prstClr val="black">
                <a:alpha val="72000"/>
              </a:prstClr>
            </a:outerShdw>
          </a:effectLst>
        </p:spPr>
      </p:pic>
      <p:pic>
        <p:nvPicPr>
          <p:cNvPr id="97" name="Picture 96">
            <a:extLst>
              <a:ext uri="{FF2B5EF4-FFF2-40B4-BE49-F238E27FC236}">
                <a16:creationId xmlns:a16="http://schemas.microsoft.com/office/drawing/2014/main" id="{86B8218C-7073-4417-5FBC-90FC6D691F8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1403428" y="2253688"/>
            <a:ext cx="73531" cy="104367"/>
          </a:xfrm>
          <a:prstGeom prst="rect">
            <a:avLst/>
          </a:prstGeom>
          <a:effectLst>
            <a:outerShdw blurRad="177800" dist="38100" dir="5400000" algn="tl" rotWithShape="0">
              <a:prstClr val="black">
                <a:alpha val="72000"/>
              </a:prstClr>
            </a:outerShdw>
          </a:effectLst>
        </p:spPr>
      </p:pic>
      <p:sp>
        <p:nvSpPr>
          <p:cNvPr id="98" name="TextBox 97">
            <a:extLst>
              <a:ext uri="{FF2B5EF4-FFF2-40B4-BE49-F238E27FC236}">
                <a16:creationId xmlns:a16="http://schemas.microsoft.com/office/drawing/2014/main" id="{3E6C5E43-CEB5-A2E7-9B2D-8C5E8C964DC1}"/>
              </a:ext>
            </a:extLst>
          </p:cNvPr>
          <p:cNvSpPr txBox="1"/>
          <p:nvPr/>
        </p:nvSpPr>
        <p:spPr>
          <a:xfrm>
            <a:off x="883630" y="2409843"/>
            <a:ext cx="556564"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Bay Area</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99" name="Straight Connector 98">
            <a:extLst>
              <a:ext uri="{FF2B5EF4-FFF2-40B4-BE49-F238E27FC236}">
                <a16:creationId xmlns:a16="http://schemas.microsoft.com/office/drawing/2014/main" id="{7502F5C0-B066-4914-D288-B053B3C6C750}"/>
              </a:ext>
            </a:extLst>
          </p:cNvPr>
          <p:cNvCxnSpPr>
            <a:cxnSpLocks/>
          </p:cNvCxnSpPr>
          <p:nvPr/>
        </p:nvCxnSpPr>
        <p:spPr>
          <a:xfrm flipV="1">
            <a:off x="1440193" y="2333663"/>
            <a:ext cx="0" cy="244411"/>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101" name="Picture 100">
            <a:extLst>
              <a:ext uri="{FF2B5EF4-FFF2-40B4-BE49-F238E27FC236}">
                <a16:creationId xmlns:a16="http://schemas.microsoft.com/office/drawing/2014/main" id="{BFECE8D9-AE4D-CA7F-D07C-97E20BA5912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1978429" y="2531234"/>
            <a:ext cx="73531" cy="104367"/>
          </a:xfrm>
          <a:prstGeom prst="rect">
            <a:avLst/>
          </a:prstGeom>
          <a:effectLst>
            <a:outerShdw blurRad="177800" dist="38100" dir="5400000" algn="tl" rotWithShape="0">
              <a:prstClr val="black">
                <a:alpha val="72000"/>
              </a:prstClr>
            </a:outerShdw>
          </a:effectLst>
        </p:spPr>
      </p:pic>
      <p:sp>
        <p:nvSpPr>
          <p:cNvPr id="102" name="TextBox 101">
            <a:extLst>
              <a:ext uri="{FF2B5EF4-FFF2-40B4-BE49-F238E27FC236}">
                <a16:creationId xmlns:a16="http://schemas.microsoft.com/office/drawing/2014/main" id="{2C59D37E-E244-B494-F92E-ED525B30402F}"/>
              </a:ext>
            </a:extLst>
          </p:cNvPr>
          <p:cNvSpPr txBox="1"/>
          <p:nvPr/>
        </p:nvSpPr>
        <p:spPr>
          <a:xfrm>
            <a:off x="1603593" y="2229928"/>
            <a:ext cx="453970"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Austin</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103" name="Straight Connector 102">
            <a:extLst>
              <a:ext uri="{FF2B5EF4-FFF2-40B4-BE49-F238E27FC236}">
                <a16:creationId xmlns:a16="http://schemas.microsoft.com/office/drawing/2014/main" id="{D58543D8-BF5F-A4F9-02FB-474B33F7272F}"/>
              </a:ext>
            </a:extLst>
          </p:cNvPr>
          <p:cNvCxnSpPr>
            <a:cxnSpLocks/>
            <a:stCxn id="101" idx="0"/>
          </p:cNvCxnSpPr>
          <p:nvPr/>
        </p:nvCxnSpPr>
        <p:spPr>
          <a:xfrm flipV="1">
            <a:off x="2015194" y="2244437"/>
            <a:ext cx="308" cy="286798"/>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76CA589C-7F61-D026-6847-3D49F596A89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597587" y="2068685"/>
            <a:ext cx="73531" cy="104367"/>
          </a:xfrm>
          <a:prstGeom prst="rect">
            <a:avLst/>
          </a:prstGeom>
          <a:effectLst>
            <a:outerShdw blurRad="177800" dist="38100" dir="5400000" algn="tl" rotWithShape="0">
              <a:prstClr val="black">
                <a:alpha val="72000"/>
              </a:prstClr>
            </a:outerShdw>
          </a:effectLst>
        </p:spPr>
      </p:pic>
      <p:pic>
        <p:nvPicPr>
          <p:cNvPr id="2" name="Picture 71">
            <a:extLst>
              <a:ext uri="{FF2B5EF4-FFF2-40B4-BE49-F238E27FC236}">
                <a16:creationId xmlns:a16="http://schemas.microsoft.com/office/drawing/2014/main" id="{A932A7C8-32FC-1D2E-F1DB-37F26A21511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147140" y="2781011"/>
            <a:ext cx="73531" cy="104367"/>
          </a:xfrm>
          <a:prstGeom prst="rect">
            <a:avLst/>
          </a:prstGeom>
          <a:effectLst>
            <a:outerShdw blurRad="177800" dist="38100" dir="5400000" algn="tl" rotWithShape="0">
              <a:prstClr val="black">
                <a:alpha val="72000"/>
              </a:prstClr>
            </a:outerShdw>
          </a:effectLst>
        </p:spPr>
      </p:pic>
      <p:sp>
        <p:nvSpPr>
          <p:cNvPr id="4" name="TextBox 3">
            <a:extLst>
              <a:ext uri="{FF2B5EF4-FFF2-40B4-BE49-F238E27FC236}">
                <a16:creationId xmlns:a16="http://schemas.microsoft.com/office/drawing/2014/main" id="{E0492661-312E-F227-D40D-D466FE1CDDEB}"/>
              </a:ext>
            </a:extLst>
          </p:cNvPr>
          <p:cNvSpPr txBox="1"/>
          <p:nvPr/>
        </p:nvSpPr>
        <p:spPr>
          <a:xfrm>
            <a:off x="5614360" y="2736945"/>
            <a:ext cx="396262"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Pune</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546A3F5B-D8C9-E5D5-A246-FE9C5B811E40}"/>
              </a:ext>
            </a:extLst>
          </p:cNvPr>
          <p:cNvCxnSpPr>
            <a:cxnSpLocks/>
          </p:cNvCxnSpPr>
          <p:nvPr/>
        </p:nvCxnSpPr>
        <p:spPr>
          <a:xfrm flipH="1" flipV="1">
            <a:off x="5971669" y="2781011"/>
            <a:ext cx="212543" cy="7614"/>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6" name="Picture 32">
            <a:extLst>
              <a:ext uri="{FF2B5EF4-FFF2-40B4-BE49-F238E27FC236}">
                <a16:creationId xmlns:a16="http://schemas.microsoft.com/office/drawing/2014/main" id="{4355164A-C6E1-08D5-6B8F-5A5ACF822A2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200110" y="1797178"/>
            <a:ext cx="73531" cy="104367"/>
          </a:xfrm>
          <a:prstGeom prst="rect">
            <a:avLst/>
          </a:prstGeom>
          <a:effectLst>
            <a:outerShdw blurRad="177800" dist="38100" dir="5400000" algn="tl" rotWithShape="0">
              <a:prstClr val="black">
                <a:alpha val="72000"/>
              </a:prstClr>
            </a:outerShdw>
          </a:effectLst>
        </p:spPr>
      </p:pic>
      <p:sp>
        <p:nvSpPr>
          <p:cNvPr id="7" name="TextBox 6">
            <a:extLst>
              <a:ext uri="{FF2B5EF4-FFF2-40B4-BE49-F238E27FC236}">
                <a16:creationId xmlns:a16="http://schemas.microsoft.com/office/drawing/2014/main" id="{F9879235-A6A3-B997-A789-ACF8966C8218}"/>
              </a:ext>
            </a:extLst>
          </p:cNvPr>
          <p:cNvSpPr txBox="1"/>
          <p:nvPr/>
        </p:nvSpPr>
        <p:spPr>
          <a:xfrm>
            <a:off x="3798173" y="2013342"/>
            <a:ext cx="453970" cy="196208"/>
          </a:xfrm>
          <a:prstGeom prst="rect">
            <a:avLst/>
          </a:prstGeom>
          <a:solidFill>
            <a:schemeClr val="accent5"/>
          </a:solidFill>
          <a:ln w="28575">
            <a:noFill/>
          </a:ln>
          <a:effectLst/>
        </p:spPr>
        <p:txBody>
          <a:bodyPr wrap="none" rtlCol="0">
            <a:spAutoFit/>
          </a:bodyPr>
          <a:lstStyle/>
          <a:p>
            <a:pPr algn="ct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Dublin</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9C9F33CD-5B3C-0E57-E404-BBFF9CE9A505}"/>
              </a:ext>
            </a:extLst>
          </p:cNvPr>
          <p:cNvCxnSpPr>
            <a:cxnSpLocks/>
            <a:endCxn id="6" idx="2"/>
          </p:cNvCxnSpPr>
          <p:nvPr/>
        </p:nvCxnSpPr>
        <p:spPr>
          <a:xfrm flipH="1" flipV="1">
            <a:off x="4236874" y="1901545"/>
            <a:ext cx="308" cy="283912"/>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B4D641DC-1276-D969-2820-E4EFB79C8D42}"/>
              </a:ext>
            </a:extLst>
          </p:cNvPr>
          <p:cNvSpPr>
            <a:spLocks noGrp="1"/>
          </p:cNvSpPr>
          <p:nvPr>
            <p:ph type="title"/>
          </p:nvPr>
        </p:nvSpPr>
        <p:spPr>
          <a:xfrm>
            <a:off x="250562" y="221119"/>
            <a:ext cx="8126174" cy="302373"/>
          </a:xfrm>
        </p:spPr>
        <p:txBody>
          <a:bodyPr>
            <a:noAutofit/>
          </a:bodyPr>
          <a:lstStyle/>
          <a:p>
            <a:r>
              <a:rPr lang="en-US" sz="2400" dirty="0"/>
              <a:t>39 User Groups in 21 Countries</a:t>
            </a:r>
          </a:p>
        </p:txBody>
      </p:sp>
      <p:cxnSp>
        <p:nvCxnSpPr>
          <p:cNvPr id="13" name="Straight Connector 12">
            <a:extLst>
              <a:ext uri="{FF2B5EF4-FFF2-40B4-BE49-F238E27FC236}">
                <a16:creationId xmlns:a16="http://schemas.microsoft.com/office/drawing/2014/main" id="{727D734D-1853-CED6-0DAA-15B9CEAC9FE5}"/>
              </a:ext>
            </a:extLst>
          </p:cNvPr>
          <p:cNvCxnSpPr>
            <a:cxnSpLocks/>
          </p:cNvCxnSpPr>
          <p:nvPr/>
        </p:nvCxnSpPr>
        <p:spPr>
          <a:xfrm flipH="1" flipV="1">
            <a:off x="7805381" y="4308588"/>
            <a:ext cx="1864" cy="318029"/>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14" name="Picture 74">
            <a:extLst>
              <a:ext uri="{FF2B5EF4-FFF2-40B4-BE49-F238E27FC236}">
                <a16:creationId xmlns:a16="http://schemas.microsoft.com/office/drawing/2014/main" id="{0E45A676-99A2-7619-2647-2CA0A5D6CB5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7770480" y="4259135"/>
            <a:ext cx="73531" cy="104367"/>
          </a:xfrm>
          <a:prstGeom prst="rect">
            <a:avLst/>
          </a:prstGeom>
          <a:effectLst>
            <a:outerShdw blurRad="177800" dist="38100" dir="5400000" algn="tl" rotWithShape="0">
              <a:prstClr val="black">
                <a:alpha val="72000"/>
              </a:prstClr>
            </a:outerShdw>
          </a:effectLst>
        </p:spPr>
      </p:pic>
      <p:sp>
        <p:nvSpPr>
          <p:cNvPr id="15" name="TextBox 14">
            <a:extLst>
              <a:ext uri="{FF2B5EF4-FFF2-40B4-BE49-F238E27FC236}">
                <a16:creationId xmlns:a16="http://schemas.microsoft.com/office/drawing/2014/main" id="{7EACACD9-2E14-D0A5-C9B1-6D07B18D63E4}"/>
              </a:ext>
            </a:extLst>
          </p:cNvPr>
          <p:cNvSpPr txBox="1"/>
          <p:nvPr/>
        </p:nvSpPr>
        <p:spPr>
          <a:xfrm>
            <a:off x="7187289" y="4466111"/>
            <a:ext cx="622286"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Melbourne</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20" name="Picture 71">
            <a:extLst>
              <a:ext uri="{FF2B5EF4-FFF2-40B4-BE49-F238E27FC236}">
                <a16:creationId xmlns:a16="http://schemas.microsoft.com/office/drawing/2014/main" id="{A4F27C2E-81CB-3CEE-02A7-01B9B5FB415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251486" y="2875592"/>
            <a:ext cx="73531" cy="104367"/>
          </a:xfrm>
          <a:prstGeom prst="rect">
            <a:avLst/>
          </a:prstGeom>
          <a:effectLst>
            <a:outerShdw blurRad="177800" dist="38100" dir="5400000" algn="tl" rotWithShape="0">
              <a:prstClr val="black">
                <a:alpha val="72000"/>
              </a:prstClr>
            </a:outerShdw>
          </a:effectLst>
        </p:spPr>
      </p:pic>
      <p:sp>
        <p:nvSpPr>
          <p:cNvPr id="21" name="TextBox 20">
            <a:extLst>
              <a:ext uri="{FF2B5EF4-FFF2-40B4-BE49-F238E27FC236}">
                <a16:creationId xmlns:a16="http://schemas.microsoft.com/office/drawing/2014/main" id="{BD11A3A4-CB66-0E89-AA49-CEC859E8818D}"/>
              </a:ext>
            </a:extLst>
          </p:cNvPr>
          <p:cNvSpPr txBox="1"/>
          <p:nvPr/>
        </p:nvSpPr>
        <p:spPr>
          <a:xfrm>
            <a:off x="5636135" y="3303374"/>
            <a:ext cx="612668"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Bengaluru</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22" name="Straight Connector 21">
            <a:extLst>
              <a:ext uri="{FF2B5EF4-FFF2-40B4-BE49-F238E27FC236}">
                <a16:creationId xmlns:a16="http://schemas.microsoft.com/office/drawing/2014/main" id="{D588DA81-FE1F-7579-7A30-81A1D8CAFBD6}"/>
              </a:ext>
            </a:extLst>
          </p:cNvPr>
          <p:cNvCxnSpPr>
            <a:cxnSpLocks/>
          </p:cNvCxnSpPr>
          <p:nvPr/>
        </p:nvCxnSpPr>
        <p:spPr>
          <a:xfrm flipV="1">
            <a:off x="6325016" y="2990485"/>
            <a:ext cx="0" cy="508588"/>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E59305-D683-75B3-6F13-D4522D723250}"/>
              </a:ext>
            </a:extLst>
          </p:cNvPr>
          <p:cNvCxnSpPr>
            <a:cxnSpLocks/>
          </p:cNvCxnSpPr>
          <p:nvPr/>
        </p:nvCxnSpPr>
        <p:spPr>
          <a:xfrm flipV="1">
            <a:off x="3224702" y="3587060"/>
            <a:ext cx="308" cy="286798"/>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12" name="Picture 79">
            <a:extLst>
              <a:ext uri="{FF2B5EF4-FFF2-40B4-BE49-F238E27FC236}">
                <a16:creationId xmlns:a16="http://schemas.microsoft.com/office/drawing/2014/main" id="{CD5765DD-C227-BF00-C93A-C7094C47E7B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3193334" y="3821674"/>
            <a:ext cx="73531" cy="104367"/>
          </a:xfrm>
          <a:prstGeom prst="rect">
            <a:avLst/>
          </a:prstGeom>
          <a:effectLst>
            <a:outerShdw blurRad="177800" dist="38100" dir="5400000" algn="tl" rotWithShape="0">
              <a:prstClr val="black">
                <a:alpha val="72000"/>
              </a:prstClr>
            </a:outerShdw>
          </a:effectLst>
        </p:spPr>
      </p:pic>
      <p:cxnSp>
        <p:nvCxnSpPr>
          <p:cNvPr id="19" name="Straight Connector 18">
            <a:extLst>
              <a:ext uri="{FF2B5EF4-FFF2-40B4-BE49-F238E27FC236}">
                <a16:creationId xmlns:a16="http://schemas.microsoft.com/office/drawing/2014/main" id="{D26D1795-B938-1D38-2C82-2ED7783854F8}"/>
              </a:ext>
            </a:extLst>
          </p:cNvPr>
          <p:cNvCxnSpPr>
            <a:cxnSpLocks/>
          </p:cNvCxnSpPr>
          <p:nvPr/>
        </p:nvCxnSpPr>
        <p:spPr>
          <a:xfrm flipH="1" flipV="1">
            <a:off x="4630033" y="2016751"/>
            <a:ext cx="312284" cy="782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31D742C-17BB-6BD1-ADB0-34550A1E9892}"/>
              </a:ext>
            </a:extLst>
          </p:cNvPr>
          <p:cNvSpPr txBox="1"/>
          <p:nvPr/>
        </p:nvSpPr>
        <p:spPr>
          <a:xfrm>
            <a:off x="3221878" y="3534876"/>
            <a:ext cx="603050"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São Paulo</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18" name="Picture 53">
            <a:extLst>
              <a:ext uri="{FF2B5EF4-FFF2-40B4-BE49-F238E27FC236}">
                <a16:creationId xmlns:a16="http://schemas.microsoft.com/office/drawing/2014/main" id="{4058EA2F-7D26-48E9-20C4-D4F9E049761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573800" y="1952249"/>
            <a:ext cx="73531" cy="104367"/>
          </a:xfrm>
          <a:prstGeom prst="rect">
            <a:avLst/>
          </a:prstGeom>
          <a:effectLst>
            <a:outerShdw blurRad="177800" dist="38100" dir="5400000" algn="tl" rotWithShape="0">
              <a:prstClr val="black">
                <a:alpha val="72000"/>
              </a:prstClr>
            </a:outerShdw>
          </a:effectLst>
        </p:spPr>
      </p:pic>
      <p:sp>
        <p:nvSpPr>
          <p:cNvPr id="25" name="TextBox 24">
            <a:extLst>
              <a:ext uri="{FF2B5EF4-FFF2-40B4-BE49-F238E27FC236}">
                <a16:creationId xmlns:a16="http://schemas.microsoft.com/office/drawing/2014/main" id="{E8C167B9-784C-6240-1A4F-AFE71EA5457D}"/>
              </a:ext>
            </a:extLst>
          </p:cNvPr>
          <p:cNvSpPr txBox="1"/>
          <p:nvPr/>
        </p:nvSpPr>
        <p:spPr>
          <a:xfrm>
            <a:off x="4906639" y="1865608"/>
            <a:ext cx="1031051"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Karlsruhe/Pforzheim</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24" name="Straight Connector 23">
            <a:extLst>
              <a:ext uri="{FF2B5EF4-FFF2-40B4-BE49-F238E27FC236}">
                <a16:creationId xmlns:a16="http://schemas.microsoft.com/office/drawing/2014/main" id="{C35D3A2A-D7EB-A6FF-3521-7191475CE42A}"/>
              </a:ext>
            </a:extLst>
          </p:cNvPr>
          <p:cNvCxnSpPr>
            <a:cxnSpLocks/>
          </p:cNvCxnSpPr>
          <p:nvPr/>
        </p:nvCxnSpPr>
        <p:spPr>
          <a:xfrm flipH="1">
            <a:off x="6251484" y="2875592"/>
            <a:ext cx="299944" cy="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23" name="Picture 71">
            <a:extLst>
              <a:ext uri="{FF2B5EF4-FFF2-40B4-BE49-F238E27FC236}">
                <a16:creationId xmlns:a16="http://schemas.microsoft.com/office/drawing/2014/main" id="{FC98506E-19AA-9C63-63CD-45E7F9D03C8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214719" y="2815190"/>
            <a:ext cx="73531" cy="104367"/>
          </a:xfrm>
          <a:prstGeom prst="rect">
            <a:avLst/>
          </a:prstGeom>
          <a:effectLst>
            <a:outerShdw blurRad="177800" dist="38100" dir="5400000" algn="tl" rotWithShape="0">
              <a:prstClr val="black">
                <a:alpha val="72000"/>
              </a:prstClr>
            </a:outerShdw>
          </a:effectLst>
        </p:spPr>
      </p:pic>
      <p:sp>
        <p:nvSpPr>
          <p:cNvPr id="27" name="TextBox 26">
            <a:extLst>
              <a:ext uri="{FF2B5EF4-FFF2-40B4-BE49-F238E27FC236}">
                <a16:creationId xmlns:a16="http://schemas.microsoft.com/office/drawing/2014/main" id="{30404D6A-B48C-80CA-381F-D059E9ED10E5}"/>
              </a:ext>
            </a:extLst>
          </p:cNvPr>
          <p:cNvSpPr txBox="1"/>
          <p:nvPr/>
        </p:nvSpPr>
        <p:spPr>
          <a:xfrm>
            <a:off x="6510477" y="2758055"/>
            <a:ext cx="631904"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Hyderabad</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29" name="Straight Connector 28">
            <a:extLst>
              <a:ext uri="{FF2B5EF4-FFF2-40B4-BE49-F238E27FC236}">
                <a16:creationId xmlns:a16="http://schemas.microsoft.com/office/drawing/2014/main" id="{D943AA70-D09D-A00E-82DB-D2128AE3D7B3}"/>
              </a:ext>
            </a:extLst>
          </p:cNvPr>
          <p:cNvCxnSpPr>
            <a:cxnSpLocks/>
          </p:cNvCxnSpPr>
          <p:nvPr/>
        </p:nvCxnSpPr>
        <p:spPr>
          <a:xfrm>
            <a:off x="7936511" y="4152890"/>
            <a:ext cx="242899" cy="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28" name="Picture 74">
            <a:extLst>
              <a:ext uri="{FF2B5EF4-FFF2-40B4-BE49-F238E27FC236}">
                <a16:creationId xmlns:a16="http://schemas.microsoft.com/office/drawing/2014/main" id="{ACC52A5F-ECA7-436C-EE82-93913D62CA0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7894212" y="4100706"/>
            <a:ext cx="73531" cy="104367"/>
          </a:xfrm>
          <a:prstGeom prst="rect">
            <a:avLst/>
          </a:prstGeom>
          <a:effectLst>
            <a:outerShdw blurRad="177800" dist="38100" dir="5400000" algn="tl" rotWithShape="0">
              <a:prstClr val="black">
                <a:alpha val="72000"/>
              </a:prstClr>
            </a:outerShdw>
          </a:effectLst>
        </p:spPr>
      </p:pic>
      <p:cxnSp>
        <p:nvCxnSpPr>
          <p:cNvPr id="45" name="Straight Connector 44">
            <a:extLst>
              <a:ext uri="{FF2B5EF4-FFF2-40B4-BE49-F238E27FC236}">
                <a16:creationId xmlns:a16="http://schemas.microsoft.com/office/drawing/2014/main" id="{4ACFFD15-EDA9-C41E-3F05-FFAC561FA82A}"/>
              </a:ext>
            </a:extLst>
          </p:cNvPr>
          <p:cNvCxnSpPr>
            <a:cxnSpLocks/>
          </p:cNvCxnSpPr>
          <p:nvPr/>
        </p:nvCxnSpPr>
        <p:spPr>
          <a:xfrm>
            <a:off x="4507759" y="4100706"/>
            <a:ext cx="314702" cy="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F5E21DC-7DAA-66F5-C4EE-D3076ECF61F8}"/>
              </a:ext>
            </a:extLst>
          </p:cNvPr>
          <p:cNvSpPr txBox="1"/>
          <p:nvPr/>
        </p:nvSpPr>
        <p:spPr>
          <a:xfrm>
            <a:off x="8079837" y="4146253"/>
            <a:ext cx="492444"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Sydney</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53" name="Picture 74">
            <a:extLst>
              <a:ext uri="{FF2B5EF4-FFF2-40B4-BE49-F238E27FC236}">
                <a16:creationId xmlns:a16="http://schemas.microsoft.com/office/drawing/2014/main" id="{D112075A-6C2F-026B-45EF-046EBF198C9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785696" y="4042597"/>
            <a:ext cx="73531" cy="104367"/>
          </a:xfrm>
          <a:prstGeom prst="rect">
            <a:avLst/>
          </a:prstGeom>
          <a:effectLst>
            <a:outerShdw blurRad="177800" dist="38100" dir="5400000" algn="tl" rotWithShape="0">
              <a:prstClr val="black">
                <a:alpha val="72000"/>
              </a:prstClr>
            </a:outerShdw>
          </a:effectLst>
        </p:spPr>
      </p:pic>
      <p:sp>
        <p:nvSpPr>
          <p:cNvPr id="57" name="TextBox 56">
            <a:extLst>
              <a:ext uri="{FF2B5EF4-FFF2-40B4-BE49-F238E27FC236}">
                <a16:creationId xmlns:a16="http://schemas.microsoft.com/office/drawing/2014/main" id="{9FAE29E1-17D5-0877-D257-EE76007E91B4}"/>
              </a:ext>
            </a:extLst>
          </p:cNvPr>
          <p:cNvSpPr txBox="1"/>
          <p:nvPr/>
        </p:nvSpPr>
        <p:spPr>
          <a:xfrm>
            <a:off x="4021205" y="4095500"/>
            <a:ext cx="639920"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Cape Town</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59" name="Straight Connector 58">
            <a:extLst>
              <a:ext uri="{FF2B5EF4-FFF2-40B4-BE49-F238E27FC236}">
                <a16:creationId xmlns:a16="http://schemas.microsoft.com/office/drawing/2014/main" id="{8FE8525F-DE47-090C-BEA7-7220796B78B1}"/>
              </a:ext>
            </a:extLst>
          </p:cNvPr>
          <p:cNvCxnSpPr>
            <a:cxnSpLocks/>
          </p:cNvCxnSpPr>
          <p:nvPr/>
        </p:nvCxnSpPr>
        <p:spPr>
          <a:xfrm>
            <a:off x="3885408" y="2294590"/>
            <a:ext cx="314702" cy="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58" name="Picture 38">
            <a:extLst>
              <a:ext uri="{FF2B5EF4-FFF2-40B4-BE49-F238E27FC236}">
                <a16:creationId xmlns:a16="http://schemas.microsoft.com/office/drawing/2014/main" id="{1EA528B5-63F7-F3FC-A20B-495D6D340F0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158150" y="2248113"/>
            <a:ext cx="73531" cy="104367"/>
          </a:xfrm>
          <a:prstGeom prst="rect">
            <a:avLst/>
          </a:prstGeom>
          <a:effectLst>
            <a:outerShdw blurRad="177800" dist="38100" dir="5400000" algn="tl" rotWithShape="0">
              <a:prstClr val="black">
                <a:alpha val="72000"/>
              </a:prstClr>
            </a:outerShdw>
          </a:effectLst>
        </p:spPr>
      </p:pic>
      <p:sp>
        <p:nvSpPr>
          <p:cNvPr id="60" name="TextBox 59">
            <a:extLst>
              <a:ext uri="{FF2B5EF4-FFF2-40B4-BE49-F238E27FC236}">
                <a16:creationId xmlns:a16="http://schemas.microsoft.com/office/drawing/2014/main" id="{4368F17E-C85D-153E-0F4F-ABA8C831AC55}"/>
              </a:ext>
            </a:extLst>
          </p:cNvPr>
          <p:cNvSpPr txBox="1"/>
          <p:nvPr/>
        </p:nvSpPr>
        <p:spPr>
          <a:xfrm>
            <a:off x="3524112" y="2285845"/>
            <a:ext cx="468398"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Lisbon</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65" name="Straight Connector 64">
            <a:extLst>
              <a:ext uri="{FF2B5EF4-FFF2-40B4-BE49-F238E27FC236}">
                <a16:creationId xmlns:a16="http://schemas.microsoft.com/office/drawing/2014/main" id="{25A69987-A0C9-B60A-8DE1-BF852C612B7B}"/>
              </a:ext>
            </a:extLst>
          </p:cNvPr>
          <p:cNvCxnSpPr>
            <a:cxnSpLocks/>
          </p:cNvCxnSpPr>
          <p:nvPr/>
        </p:nvCxnSpPr>
        <p:spPr>
          <a:xfrm flipH="1" flipV="1">
            <a:off x="4854191" y="2523684"/>
            <a:ext cx="5036" cy="310804"/>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63" name="Picture 68">
            <a:extLst>
              <a:ext uri="{FF2B5EF4-FFF2-40B4-BE49-F238E27FC236}">
                <a16:creationId xmlns:a16="http://schemas.microsoft.com/office/drawing/2014/main" id="{C8BFC549-44CA-E390-FB1F-E920073C3F2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814766" y="2506496"/>
            <a:ext cx="73531" cy="104367"/>
          </a:xfrm>
          <a:prstGeom prst="rect">
            <a:avLst/>
          </a:prstGeom>
          <a:effectLst>
            <a:outerShdw blurRad="177800" dist="38100" dir="5400000" algn="tl" rotWithShape="0">
              <a:prstClr val="black">
                <a:alpha val="72000"/>
              </a:prstClr>
            </a:outerShdw>
          </a:effectLst>
        </p:spPr>
      </p:pic>
      <p:sp>
        <p:nvSpPr>
          <p:cNvPr id="67" name="TextBox 66">
            <a:extLst>
              <a:ext uri="{FF2B5EF4-FFF2-40B4-BE49-F238E27FC236}">
                <a16:creationId xmlns:a16="http://schemas.microsoft.com/office/drawing/2014/main" id="{1F925FF5-E611-81E2-EE0B-ABDF050F91DD}"/>
              </a:ext>
            </a:extLst>
          </p:cNvPr>
          <p:cNvSpPr txBox="1"/>
          <p:nvPr/>
        </p:nvSpPr>
        <p:spPr>
          <a:xfrm>
            <a:off x="4844754" y="2697948"/>
            <a:ext cx="405880"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Cairo</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78" name="Straight Connector 77">
            <a:extLst>
              <a:ext uri="{FF2B5EF4-FFF2-40B4-BE49-F238E27FC236}">
                <a16:creationId xmlns:a16="http://schemas.microsoft.com/office/drawing/2014/main" id="{6F44E126-DD54-C726-D7D7-5F6978EB0A66}"/>
              </a:ext>
            </a:extLst>
          </p:cNvPr>
          <p:cNvCxnSpPr>
            <a:cxnSpLocks/>
          </p:cNvCxnSpPr>
          <p:nvPr/>
        </p:nvCxnSpPr>
        <p:spPr>
          <a:xfrm flipH="1" flipV="1">
            <a:off x="4777903" y="1702224"/>
            <a:ext cx="5036" cy="310804"/>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68" name="Picture 41">
            <a:extLst>
              <a:ext uri="{FF2B5EF4-FFF2-40B4-BE49-F238E27FC236}">
                <a16:creationId xmlns:a16="http://schemas.microsoft.com/office/drawing/2014/main" id="{71DE8773-3FDF-C847-CAB4-FD5C9B4E7B5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740632" y="2004008"/>
            <a:ext cx="73531" cy="104367"/>
          </a:xfrm>
          <a:prstGeom prst="rect">
            <a:avLst/>
          </a:prstGeom>
          <a:effectLst>
            <a:outerShdw blurRad="177800" dist="38100" dir="5400000" algn="tl" rotWithShape="0">
              <a:prstClr val="black">
                <a:alpha val="72000"/>
              </a:prstClr>
            </a:outerShdw>
          </a:effectLst>
        </p:spPr>
      </p:pic>
      <p:sp>
        <p:nvSpPr>
          <p:cNvPr id="79" name="TextBox 78">
            <a:extLst>
              <a:ext uri="{FF2B5EF4-FFF2-40B4-BE49-F238E27FC236}">
                <a16:creationId xmlns:a16="http://schemas.microsoft.com/office/drawing/2014/main" id="{0A2AB030-F407-ECE4-A312-DE5082A10250}"/>
              </a:ext>
            </a:extLst>
          </p:cNvPr>
          <p:cNvSpPr txBox="1"/>
          <p:nvPr/>
        </p:nvSpPr>
        <p:spPr>
          <a:xfrm>
            <a:off x="4769667" y="1589718"/>
            <a:ext cx="466859"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Vienna</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87" name="Straight Connector 86">
            <a:extLst>
              <a:ext uri="{FF2B5EF4-FFF2-40B4-BE49-F238E27FC236}">
                <a16:creationId xmlns:a16="http://schemas.microsoft.com/office/drawing/2014/main" id="{2F2C7243-B7C4-714D-769F-9D110E6EB9B4}"/>
              </a:ext>
            </a:extLst>
          </p:cNvPr>
          <p:cNvCxnSpPr>
            <a:cxnSpLocks/>
          </p:cNvCxnSpPr>
          <p:nvPr/>
        </p:nvCxnSpPr>
        <p:spPr>
          <a:xfrm flipV="1">
            <a:off x="2740125" y="2029184"/>
            <a:ext cx="308" cy="286798"/>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86" name="Picture 79">
            <a:extLst>
              <a:ext uri="{FF2B5EF4-FFF2-40B4-BE49-F238E27FC236}">
                <a16:creationId xmlns:a16="http://schemas.microsoft.com/office/drawing/2014/main" id="{5BDE2AA7-76D1-5A95-77F1-A01DF924B5F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2713756" y="2011015"/>
            <a:ext cx="73531" cy="104367"/>
          </a:xfrm>
          <a:prstGeom prst="rect">
            <a:avLst/>
          </a:prstGeom>
          <a:effectLst>
            <a:outerShdw blurRad="177800" dist="38100" dir="5400000" algn="tl" rotWithShape="0">
              <a:prstClr val="black">
                <a:alpha val="72000"/>
              </a:prstClr>
            </a:outerShdw>
          </a:effectLst>
        </p:spPr>
      </p:pic>
      <p:sp>
        <p:nvSpPr>
          <p:cNvPr id="96" name="TextBox 95">
            <a:extLst>
              <a:ext uri="{FF2B5EF4-FFF2-40B4-BE49-F238E27FC236}">
                <a16:creationId xmlns:a16="http://schemas.microsoft.com/office/drawing/2014/main" id="{15455534-33C5-43A4-8AD4-CF915D8B0C99}"/>
              </a:ext>
            </a:extLst>
          </p:cNvPr>
          <p:cNvSpPr txBox="1"/>
          <p:nvPr/>
        </p:nvSpPr>
        <p:spPr>
          <a:xfrm>
            <a:off x="2690317" y="2211893"/>
            <a:ext cx="482824"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Boston</a:t>
            </a:r>
            <a:endParaRPr lang="en-US" sz="675" kern="100" dirty="0">
              <a:solidFill>
                <a:schemeClr val="bg1"/>
              </a:solidFill>
              <a:ea typeface="Aptos" panose="020B0004020202020204" pitchFamily="34" charset="0"/>
              <a:cs typeface="Times New Roman" panose="02020603050405020304" pitchFamily="18" charset="0"/>
            </a:endParaRPr>
          </a:p>
        </p:txBody>
      </p:sp>
      <p:sp>
        <p:nvSpPr>
          <p:cNvPr id="10" name="Title 1">
            <a:extLst>
              <a:ext uri="{FF2B5EF4-FFF2-40B4-BE49-F238E27FC236}">
                <a16:creationId xmlns:a16="http://schemas.microsoft.com/office/drawing/2014/main" id="{1E1C71F6-A93B-3A3C-81BE-1898AEEF3C53}"/>
              </a:ext>
            </a:extLst>
          </p:cNvPr>
          <p:cNvSpPr txBox="1">
            <a:spLocks/>
          </p:cNvSpPr>
          <p:nvPr/>
        </p:nvSpPr>
        <p:spPr>
          <a:xfrm>
            <a:off x="5835263" y="207794"/>
            <a:ext cx="2984877" cy="2879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dirty="0"/>
              <a:t>opensearch.org/user-groups</a:t>
            </a:r>
          </a:p>
        </p:txBody>
      </p:sp>
      <p:pic>
        <p:nvPicPr>
          <p:cNvPr id="11" name="Picture 71">
            <a:extLst>
              <a:ext uri="{FF2B5EF4-FFF2-40B4-BE49-F238E27FC236}">
                <a16:creationId xmlns:a16="http://schemas.microsoft.com/office/drawing/2014/main" id="{308E6FA1-1571-6F24-3E88-C7C65CAADF9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295662" y="2886354"/>
            <a:ext cx="73531" cy="104367"/>
          </a:xfrm>
          <a:prstGeom prst="rect">
            <a:avLst/>
          </a:prstGeom>
          <a:effectLst>
            <a:outerShdw blurRad="177800" dist="38100" dir="5400000" algn="tl" rotWithShape="0">
              <a:prstClr val="black">
                <a:alpha val="72000"/>
              </a:prstClr>
            </a:outerShdw>
          </a:effectLst>
        </p:spPr>
      </p:pic>
      <p:cxnSp>
        <p:nvCxnSpPr>
          <p:cNvPr id="26" name="Straight Connector 25">
            <a:extLst>
              <a:ext uri="{FF2B5EF4-FFF2-40B4-BE49-F238E27FC236}">
                <a16:creationId xmlns:a16="http://schemas.microsoft.com/office/drawing/2014/main" id="{92538C43-6B02-8B96-712C-84794B66419C}"/>
              </a:ext>
            </a:extLst>
          </p:cNvPr>
          <p:cNvCxnSpPr>
            <a:cxnSpLocks/>
            <a:endCxn id="20" idx="3"/>
          </p:cNvCxnSpPr>
          <p:nvPr/>
        </p:nvCxnSpPr>
        <p:spPr>
          <a:xfrm flipV="1">
            <a:off x="6220671" y="2927775"/>
            <a:ext cx="30815" cy="385087"/>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F16E11C-269C-CCDC-B06C-E9259B05660C}"/>
              </a:ext>
            </a:extLst>
          </p:cNvPr>
          <p:cNvSpPr txBox="1"/>
          <p:nvPr/>
        </p:nvSpPr>
        <p:spPr>
          <a:xfrm>
            <a:off x="6325016" y="3350078"/>
            <a:ext cx="526106"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Chennai</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36" name="Picture 71">
            <a:extLst>
              <a:ext uri="{FF2B5EF4-FFF2-40B4-BE49-F238E27FC236}">
                <a16:creationId xmlns:a16="http://schemas.microsoft.com/office/drawing/2014/main" id="{7F6ADFD3-EB37-1D44-EBC5-955E3F4852E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195752" y="2412273"/>
            <a:ext cx="73531" cy="104367"/>
          </a:xfrm>
          <a:prstGeom prst="rect">
            <a:avLst/>
          </a:prstGeom>
          <a:effectLst>
            <a:outerShdw blurRad="177800" dist="38100" dir="5400000" algn="tl" rotWithShape="0">
              <a:prstClr val="black">
                <a:alpha val="72000"/>
              </a:prstClr>
            </a:outerShdw>
          </a:effectLst>
        </p:spPr>
      </p:pic>
      <p:pic>
        <p:nvPicPr>
          <p:cNvPr id="38" name="Picture 71">
            <a:extLst>
              <a:ext uri="{FF2B5EF4-FFF2-40B4-BE49-F238E27FC236}">
                <a16:creationId xmlns:a16="http://schemas.microsoft.com/office/drawing/2014/main" id="{E31D2EF4-A05D-5BEB-0DA8-AC4C1C7EECB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175494" y="2524279"/>
            <a:ext cx="73531" cy="104367"/>
          </a:xfrm>
          <a:prstGeom prst="rect">
            <a:avLst/>
          </a:prstGeom>
          <a:effectLst>
            <a:outerShdw blurRad="177800" dist="38100" dir="5400000" algn="tl" rotWithShape="0">
              <a:prstClr val="black">
                <a:alpha val="72000"/>
              </a:prstClr>
            </a:outerShdw>
          </a:effectLst>
        </p:spPr>
      </p:pic>
      <p:sp>
        <p:nvSpPr>
          <p:cNvPr id="64" name="TextBox 63">
            <a:extLst>
              <a:ext uri="{FF2B5EF4-FFF2-40B4-BE49-F238E27FC236}">
                <a16:creationId xmlns:a16="http://schemas.microsoft.com/office/drawing/2014/main" id="{5CA51AAB-510E-7C89-013E-E5377415FF26}"/>
              </a:ext>
            </a:extLst>
          </p:cNvPr>
          <p:cNvSpPr txBox="1"/>
          <p:nvPr/>
        </p:nvSpPr>
        <p:spPr>
          <a:xfrm>
            <a:off x="5469153" y="3033497"/>
            <a:ext cx="665567"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Coimbatore</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100" name="Straight Connector 99">
            <a:extLst>
              <a:ext uri="{FF2B5EF4-FFF2-40B4-BE49-F238E27FC236}">
                <a16:creationId xmlns:a16="http://schemas.microsoft.com/office/drawing/2014/main" id="{5EF46399-56AD-1AC9-B5A7-1CEA99386F43}"/>
              </a:ext>
            </a:extLst>
          </p:cNvPr>
          <p:cNvCxnSpPr>
            <a:cxnSpLocks/>
          </p:cNvCxnSpPr>
          <p:nvPr/>
        </p:nvCxnSpPr>
        <p:spPr>
          <a:xfrm flipV="1">
            <a:off x="6077941" y="2989386"/>
            <a:ext cx="119324" cy="47324"/>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56" name="Picture 71">
            <a:extLst>
              <a:ext uri="{FF2B5EF4-FFF2-40B4-BE49-F238E27FC236}">
                <a16:creationId xmlns:a16="http://schemas.microsoft.com/office/drawing/2014/main" id="{B12A3B27-E58B-291D-743E-1BCEC2C7741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162547" y="2936882"/>
            <a:ext cx="73531" cy="104367"/>
          </a:xfrm>
          <a:prstGeom prst="rect">
            <a:avLst/>
          </a:prstGeom>
          <a:effectLst>
            <a:outerShdw blurRad="177800" dist="38100" dir="5400000" algn="tl" rotWithShape="0">
              <a:prstClr val="black">
                <a:alpha val="72000"/>
              </a:prstClr>
            </a:outerShdw>
          </a:effectLst>
        </p:spPr>
      </p:pic>
      <p:sp>
        <p:nvSpPr>
          <p:cNvPr id="106" name="TextBox 105">
            <a:extLst>
              <a:ext uri="{FF2B5EF4-FFF2-40B4-BE49-F238E27FC236}">
                <a16:creationId xmlns:a16="http://schemas.microsoft.com/office/drawing/2014/main" id="{E9266DD8-B0EE-7659-8DDB-37BC4E7EB7BA}"/>
              </a:ext>
            </a:extLst>
          </p:cNvPr>
          <p:cNvSpPr txBox="1"/>
          <p:nvPr/>
        </p:nvSpPr>
        <p:spPr>
          <a:xfrm>
            <a:off x="5306813" y="2389310"/>
            <a:ext cx="679994"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Ahmedabad</a:t>
            </a:r>
            <a:endParaRPr lang="en-US" sz="675" kern="100" dirty="0">
              <a:solidFill>
                <a:schemeClr val="bg1"/>
              </a:solidFill>
              <a:ea typeface="Aptos" panose="020B0004020202020204" pitchFamily="34" charset="0"/>
              <a:cs typeface="Times New Roman" panose="02020603050405020304" pitchFamily="18" charset="0"/>
            </a:endParaRPr>
          </a:p>
        </p:txBody>
      </p:sp>
      <p:cxnSp>
        <p:nvCxnSpPr>
          <p:cNvPr id="107" name="Straight Connector 106">
            <a:extLst>
              <a:ext uri="{FF2B5EF4-FFF2-40B4-BE49-F238E27FC236}">
                <a16:creationId xmlns:a16="http://schemas.microsoft.com/office/drawing/2014/main" id="{A7FAA0FF-A2FD-47BB-4678-61C09741BEAE}"/>
              </a:ext>
            </a:extLst>
          </p:cNvPr>
          <p:cNvCxnSpPr>
            <a:cxnSpLocks/>
          </p:cNvCxnSpPr>
          <p:nvPr/>
        </p:nvCxnSpPr>
        <p:spPr>
          <a:xfrm flipH="1" flipV="1">
            <a:off x="5928402" y="2553481"/>
            <a:ext cx="185869" cy="104516"/>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pic>
        <p:nvPicPr>
          <p:cNvPr id="105" name="Picture 71">
            <a:extLst>
              <a:ext uri="{FF2B5EF4-FFF2-40B4-BE49-F238E27FC236}">
                <a16:creationId xmlns:a16="http://schemas.microsoft.com/office/drawing/2014/main" id="{B3908C3F-E450-3800-7D1E-A589C07DDCB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073609" y="2624261"/>
            <a:ext cx="73531" cy="104367"/>
          </a:xfrm>
          <a:prstGeom prst="rect">
            <a:avLst/>
          </a:prstGeom>
          <a:effectLst>
            <a:outerShdw blurRad="177800" dist="38100" dir="5400000" algn="tl" rotWithShape="0">
              <a:prstClr val="black">
                <a:alpha val="72000"/>
              </a:prstClr>
            </a:outerShdw>
          </a:effectLst>
        </p:spPr>
      </p:pic>
      <p:cxnSp>
        <p:nvCxnSpPr>
          <p:cNvPr id="108" name="Straight Connector 107">
            <a:extLst>
              <a:ext uri="{FF2B5EF4-FFF2-40B4-BE49-F238E27FC236}">
                <a16:creationId xmlns:a16="http://schemas.microsoft.com/office/drawing/2014/main" id="{EE061181-DA8F-EFF0-6188-329AE665A820}"/>
              </a:ext>
            </a:extLst>
          </p:cNvPr>
          <p:cNvCxnSpPr>
            <a:cxnSpLocks/>
          </p:cNvCxnSpPr>
          <p:nvPr/>
        </p:nvCxnSpPr>
        <p:spPr>
          <a:xfrm flipH="1" flipV="1">
            <a:off x="6220670" y="2579160"/>
            <a:ext cx="212543" cy="7614"/>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7F1F684C-244D-BEF4-7043-B71DB9DE227D}"/>
              </a:ext>
            </a:extLst>
          </p:cNvPr>
          <p:cNvCxnSpPr>
            <a:cxnSpLocks/>
          </p:cNvCxnSpPr>
          <p:nvPr/>
        </p:nvCxnSpPr>
        <p:spPr>
          <a:xfrm flipH="1" flipV="1">
            <a:off x="6246182" y="2444075"/>
            <a:ext cx="212543" cy="7614"/>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06F8FDA1-F63C-26AC-6C0E-F898AA6B05D0}"/>
              </a:ext>
            </a:extLst>
          </p:cNvPr>
          <p:cNvSpPr txBox="1"/>
          <p:nvPr/>
        </p:nvSpPr>
        <p:spPr>
          <a:xfrm>
            <a:off x="6419923" y="2511463"/>
            <a:ext cx="444352"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Jaipur</a:t>
            </a:r>
            <a:endParaRPr lang="en-US" sz="675" kern="100" dirty="0">
              <a:solidFill>
                <a:schemeClr val="bg1"/>
              </a:solidFill>
              <a:ea typeface="Aptos" panose="020B0004020202020204" pitchFamily="34" charset="0"/>
              <a:cs typeface="Times New Roman" panose="02020603050405020304" pitchFamily="18" charset="0"/>
            </a:endParaRPr>
          </a:p>
        </p:txBody>
      </p:sp>
      <p:sp>
        <p:nvSpPr>
          <p:cNvPr id="111" name="TextBox 110">
            <a:extLst>
              <a:ext uri="{FF2B5EF4-FFF2-40B4-BE49-F238E27FC236}">
                <a16:creationId xmlns:a16="http://schemas.microsoft.com/office/drawing/2014/main" id="{0F0462FD-B694-50D3-A745-6218F3061863}"/>
              </a:ext>
            </a:extLst>
          </p:cNvPr>
          <p:cNvSpPr txBox="1"/>
          <p:nvPr/>
        </p:nvSpPr>
        <p:spPr>
          <a:xfrm>
            <a:off x="6439483" y="2299646"/>
            <a:ext cx="396262"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Delhi</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112" name="Picture 71">
            <a:extLst>
              <a:ext uri="{FF2B5EF4-FFF2-40B4-BE49-F238E27FC236}">
                <a16:creationId xmlns:a16="http://schemas.microsoft.com/office/drawing/2014/main" id="{DAE4D439-2B9E-FBDE-96A8-C31386C1F4E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762135" y="2938301"/>
            <a:ext cx="73531" cy="104367"/>
          </a:xfrm>
          <a:prstGeom prst="rect">
            <a:avLst/>
          </a:prstGeom>
          <a:effectLst>
            <a:outerShdw blurRad="177800" dist="38100" dir="5400000" algn="tl" rotWithShape="0">
              <a:prstClr val="black">
                <a:alpha val="72000"/>
              </a:prstClr>
            </a:outerShdw>
          </a:effectLst>
        </p:spPr>
      </p:pic>
      <p:cxnSp>
        <p:nvCxnSpPr>
          <p:cNvPr id="113" name="Straight Connector 112">
            <a:extLst>
              <a:ext uri="{FF2B5EF4-FFF2-40B4-BE49-F238E27FC236}">
                <a16:creationId xmlns:a16="http://schemas.microsoft.com/office/drawing/2014/main" id="{42940AE1-12AF-8B84-9BF2-9D3CE111C2DB}"/>
              </a:ext>
            </a:extLst>
          </p:cNvPr>
          <p:cNvCxnSpPr>
            <a:cxnSpLocks/>
          </p:cNvCxnSpPr>
          <p:nvPr/>
        </p:nvCxnSpPr>
        <p:spPr>
          <a:xfrm flipH="1">
            <a:off x="6823394" y="2990485"/>
            <a:ext cx="299944" cy="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B3F46606-997D-1D4A-D056-1D6B4AF4688C}"/>
              </a:ext>
            </a:extLst>
          </p:cNvPr>
          <p:cNvSpPr txBox="1"/>
          <p:nvPr/>
        </p:nvSpPr>
        <p:spPr>
          <a:xfrm>
            <a:off x="7123338" y="2947225"/>
            <a:ext cx="550151"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Bangkok</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115" name="Picture 71">
            <a:extLst>
              <a:ext uri="{FF2B5EF4-FFF2-40B4-BE49-F238E27FC236}">
                <a16:creationId xmlns:a16="http://schemas.microsoft.com/office/drawing/2014/main" id="{997415D1-5DFD-113A-941C-54463463E73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6780141" y="3192595"/>
            <a:ext cx="73531" cy="104367"/>
          </a:xfrm>
          <a:prstGeom prst="rect">
            <a:avLst/>
          </a:prstGeom>
          <a:effectLst>
            <a:outerShdw blurRad="177800" dist="38100" dir="5400000" algn="tl" rotWithShape="0">
              <a:prstClr val="black">
                <a:alpha val="72000"/>
              </a:prstClr>
            </a:outerShdw>
          </a:effectLst>
        </p:spPr>
      </p:pic>
      <p:cxnSp>
        <p:nvCxnSpPr>
          <p:cNvPr id="116" name="Straight Connector 115">
            <a:extLst>
              <a:ext uri="{FF2B5EF4-FFF2-40B4-BE49-F238E27FC236}">
                <a16:creationId xmlns:a16="http://schemas.microsoft.com/office/drawing/2014/main" id="{85687971-0EA4-2567-BD01-A762942DCA51}"/>
              </a:ext>
            </a:extLst>
          </p:cNvPr>
          <p:cNvCxnSpPr>
            <a:cxnSpLocks/>
          </p:cNvCxnSpPr>
          <p:nvPr/>
        </p:nvCxnSpPr>
        <p:spPr>
          <a:xfrm flipH="1">
            <a:off x="6816907" y="3249176"/>
            <a:ext cx="299944" cy="0"/>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A50B3CCD-B83C-53A4-C004-0D0304EDCF5B}"/>
              </a:ext>
            </a:extLst>
          </p:cNvPr>
          <p:cNvSpPr txBox="1"/>
          <p:nvPr/>
        </p:nvSpPr>
        <p:spPr>
          <a:xfrm>
            <a:off x="7069603" y="3227339"/>
            <a:ext cx="607859"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Singapore</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120" name="Picture 68">
            <a:extLst>
              <a:ext uri="{FF2B5EF4-FFF2-40B4-BE49-F238E27FC236}">
                <a16:creationId xmlns:a16="http://schemas.microsoft.com/office/drawing/2014/main" id="{6CFD6AC8-884A-F947-1CFE-A0AE43C1FBC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5674272" y="2588903"/>
            <a:ext cx="73531" cy="104367"/>
          </a:xfrm>
          <a:prstGeom prst="rect">
            <a:avLst/>
          </a:prstGeom>
          <a:effectLst>
            <a:outerShdw blurRad="177800" dist="38100" dir="5400000" algn="tl" rotWithShape="0">
              <a:prstClr val="black">
                <a:alpha val="72000"/>
              </a:prstClr>
            </a:outerShdw>
          </a:effectLst>
        </p:spPr>
      </p:pic>
      <p:cxnSp>
        <p:nvCxnSpPr>
          <p:cNvPr id="121" name="Straight Connector 120">
            <a:extLst>
              <a:ext uri="{FF2B5EF4-FFF2-40B4-BE49-F238E27FC236}">
                <a16:creationId xmlns:a16="http://schemas.microsoft.com/office/drawing/2014/main" id="{767073D0-A869-2360-A910-EA351FBEDBB9}"/>
              </a:ext>
            </a:extLst>
          </p:cNvPr>
          <p:cNvCxnSpPr>
            <a:cxnSpLocks/>
            <a:stCxn id="120" idx="3"/>
          </p:cNvCxnSpPr>
          <p:nvPr/>
        </p:nvCxnSpPr>
        <p:spPr>
          <a:xfrm flipH="1">
            <a:off x="5424709" y="2641087"/>
            <a:ext cx="249563" cy="257507"/>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4DC52F29-24BC-5162-E446-E46341433EB2}"/>
              </a:ext>
            </a:extLst>
          </p:cNvPr>
          <p:cNvSpPr txBox="1"/>
          <p:nvPr/>
        </p:nvSpPr>
        <p:spPr>
          <a:xfrm>
            <a:off x="5046716" y="2889857"/>
            <a:ext cx="425116" cy="196208"/>
          </a:xfrm>
          <a:prstGeom prst="rect">
            <a:avLst/>
          </a:prstGeom>
          <a:solidFill>
            <a:schemeClr val="accent5"/>
          </a:solidFill>
          <a:ln w="28575">
            <a:noFill/>
          </a:ln>
          <a:effectLst/>
        </p:spPr>
        <p:txBody>
          <a:bodyPr wrap="none" rtlCol="0">
            <a:spAutoFit/>
          </a:bodyPr>
          <a:lstStyle/>
          <a:p>
            <a:pP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Dubai</a:t>
            </a:r>
            <a:endParaRPr lang="en-US" sz="675" kern="100" dirty="0">
              <a:solidFill>
                <a:schemeClr val="bg1"/>
              </a:solidFill>
              <a:ea typeface="Aptos" panose="020B0004020202020204" pitchFamily="34" charset="0"/>
              <a:cs typeface="Times New Roman" panose="02020603050405020304" pitchFamily="18" charset="0"/>
            </a:endParaRPr>
          </a:p>
        </p:txBody>
      </p:sp>
      <p:pic>
        <p:nvPicPr>
          <p:cNvPr id="126" name="Picture 41">
            <a:extLst>
              <a:ext uri="{FF2B5EF4-FFF2-40B4-BE49-F238E27FC236}">
                <a16:creationId xmlns:a16="http://schemas.microsoft.com/office/drawing/2014/main" id="{55C9FF7D-35A5-4F2E-6FA3-65BE01A4AA9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flipH="1">
            <a:off x="4707414" y="2158427"/>
            <a:ext cx="73531" cy="104367"/>
          </a:xfrm>
          <a:prstGeom prst="rect">
            <a:avLst/>
          </a:prstGeom>
          <a:effectLst>
            <a:outerShdw blurRad="177800" dist="38100" dir="5400000" algn="tl" rotWithShape="0">
              <a:prstClr val="black">
                <a:alpha val="72000"/>
              </a:prstClr>
            </a:outerShdw>
          </a:effectLst>
        </p:spPr>
      </p:pic>
      <p:cxnSp>
        <p:nvCxnSpPr>
          <p:cNvPr id="127" name="Straight Connector 126">
            <a:extLst>
              <a:ext uri="{FF2B5EF4-FFF2-40B4-BE49-F238E27FC236}">
                <a16:creationId xmlns:a16="http://schemas.microsoft.com/office/drawing/2014/main" id="{EE2EC469-45C6-6D85-34EC-52BAEBBDB181}"/>
              </a:ext>
            </a:extLst>
          </p:cNvPr>
          <p:cNvCxnSpPr>
            <a:cxnSpLocks/>
          </p:cNvCxnSpPr>
          <p:nvPr/>
        </p:nvCxnSpPr>
        <p:spPr>
          <a:xfrm flipV="1">
            <a:off x="4694476" y="2242783"/>
            <a:ext cx="54176" cy="667286"/>
          </a:xfrm>
          <a:prstGeom prst="line">
            <a:avLst/>
          </a:prstGeom>
          <a:ln w="19050">
            <a:solidFill>
              <a:schemeClr val="accent5"/>
            </a:solidFill>
          </a:ln>
          <a:effectLst/>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43534DBB-2DB7-AF5E-A2A0-0630D146DE83}"/>
              </a:ext>
            </a:extLst>
          </p:cNvPr>
          <p:cNvSpPr txBox="1"/>
          <p:nvPr/>
        </p:nvSpPr>
        <p:spPr>
          <a:xfrm>
            <a:off x="4278168" y="2832995"/>
            <a:ext cx="425117" cy="196208"/>
          </a:xfrm>
          <a:prstGeom prst="rect">
            <a:avLst/>
          </a:prstGeom>
          <a:solidFill>
            <a:schemeClr val="accent5"/>
          </a:solidFill>
          <a:ln w="28575">
            <a:noFill/>
          </a:ln>
          <a:effectLst/>
        </p:spPr>
        <p:txBody>
          <a:bodyPr wrap="none" rtlCol="0">
            <a:spAutoFit/>
          </a:bodyPr>
          <a:lstStyle/>
          <a:p>
            <a:pPr algn="r">
              <a:spcBef>
                <a:spcPts val="900"/>
              </a:spcBef>
              <a:spcAft>
                <a:spcPts val="900"/>
              </a:spcAft>
            </a:pPr>
            <a:r>
              <a:rPr lang="en-US" sz="675" b="1" kern="100" dirty="0">
                <a:solidFill>
                  <a:schemeClr val="bg1"/>
                </a:solidFill>
                <a:ea typeface="Aptos" panose="020B0004020202020204" pitchFamily="34" charset="0"/>
                <a:cs typeface="Times New Roman" panose="02020603050405020304" pitchFamily="18" charset="0"/>
              </a:rPr>
              <a:t>Rome</a:t>
            </a:r>
            <a:endParaRPr lang="en-US" sz="675" kern="100" dirty="0">
              <a:solidFill>
                <a:schemeClr val="bg1"/>
              </a:solidFill>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3460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9">
          <a:extLst>
            <a:ext uri="{FF2B5EF4-FFF2-40B4-BE49-F238E27FC236}">
              <a16:creationId xmlns:a16="http://schemas.microsoft.com/office/drawing/2014/main" id="{4C7F5796-57B1-73A8-0B5B-BD67814044A2}"/>
            </a:ext>
          </a:extLst>
        </p:cNvPr>
        <p:cNvGrpSpPr/>
        <p:nvPr/>
      </p:nvGrpSpPr>
      <p:grpSpPr>
        <a:xfrm>
          <a:off x="0" y="0"/>
          <a:ext cx="0" cy="0"/>
          <a:chOff x="0" y="0"/>
          <a:chExt cx="0" cy="0"/>
        </a:xfrm>
      </p:grpSpPr>
      <p:sp>
        <p:nvSpPr>
          <p:cNvPr id="300" name="Google Shape;300;p44">
            <a:extLst>
              <a:ext uri="{FF2B5EF4-FFF2-40B4-BE49-F238E27FC236}">
                <a16:creationId xmlns:a16="http://schemas.microsoft.com/office/drawing/2014/main" id="{C2535D0A-1FD5-956E-1C52-02A32CA677D5}"/>
              </a:ext>
            </a:extLst>
          </p:cNvPr>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dirty="0"/>
              <a:t>Look for what interests you</a:t>
            </a:r>
            <a:endParaRPr dirty="0"/>
          </a:p>
        </p:txBody>
      </p:sp>
      <p:pic>
        <p:nvPicPr>
          <p:cNvPr id="3" name="Picture 2">
            <a:extLst>
              <a:ext uri="{FF2B5EF4-FFF2-40B4-BE49-F238E27FC236}">
                <a16:creationId xmlns:a16="http://schemas.microsoft.com/office/drawing/2014/main" id="{4A08F114-26DA-180C-83DC-9CE6F22FDEEC}"/>
              </a:ext>
            </a:extLst>
          </p:cNvPr>
          <p:cNvPicPr>
            <a:picLocks noChangeAspect="1"/>
          </p:cNvPicPr>
          <p:nvPr/>
        </p:nvPicPr>
        <p:blipFill>
          <a:blip r:embed="rId3"/>
          <a:stretch>
            <a:fillRect/>
          </a:stretch>
        </p:blipFill>
        <p:spPr>
          <a:xfrm>
            <a:off x="130629" y="798105"/>
            <a:ext cx="4441371" cy="2321195"/>
          </a:xfrm>
          <a:prstGeom prst="rect">
            <a:avLst/>
          </a:prstGeom>
        </p:spPr>
      </p:pic>
      <p:pic>
        <p:nvPicPr>
          <p:cNvPr id="7" name="Picture 6">
            <a:extLst>
              <a:ext uri="{FF2B5EF4-FFF2-40B4-BE49-F238E27FC236}">
                <a16:creationId xmlns:a16="http://schemas.microsoft.com/office/drawing/2014/main" id="{F6F390E8-4AFB-5784-2C8B-37AD77ED86C8}"/>
              </a:ext>
            </a:extLst>
          </p:cNvPr>
          <p:cNvPicPr>
            <a:picLocks noChangeAspect="1"/>
          </p:cNvPicPr>
          <p:nvPr/>
        </p:nvPicPr>
        <p:blipFill>
          <a:blip r:embed="rId4"/>
          <a:stretch>
            <a:fillRect/>
          </a:stretch>
        </p:blipFill>
        <p:spPr>
          <a:xfrm>
            <a:off x="4446224" y="2276693"/>
            <a:ext cx="4378296" cy="2571750"/>
          </a:xfrm>
          <a:prstGeom prst="rect">
            <a:avLst/>
          </a:prstGeom>
        </p:spPr>
      </p:pic>
      <p:pic>
        <p:nvPicPr>
          <p:cNvPr id="11" name="Picture 10">
            <a:extLst>
              <a:ext uri="{FF2B5EF4-FFF2-40B4-BE49-F238E27FC236}">
                <a16:creationId xmlns:a16="http://schemas.microsoft.com/office/drawing/2014/main" id="{1EA3B13D-51F7-FF3A-B144-A5B2E02FBFFF}"/>
              </a:ext>
            </a:extLst>
          </p:cNvPr>
          <p:cNvPicPr>
            <a:picLocks noChangeAspect="1"/>
          </p:cNvPicPr>
          <p:nvPr/>
        </p:nvPicPr>
        <p:blipFill>
          <a:blip r:embed="rId5"/>
          <a:stretch>
            <a:fillRect/>
          </a:stretch>
        </p:blipFill>
        <p:spPr>
          <a:xfrm>
            <a:off x="313577" y="3501271"/>
            <a:ext cx="3269378" cy="798948"/>
          </a:xfrm>
          <a:prstGeom prst="rect">
            <a:avLst/>
          </a:prstGeom>
        </p:spPr>
      </p:pic>
      <p:pic>
        <p:nvPicPr>
          <p:cNvPr id="13" name="Picture 12">
            <a:extLst>
              <a:ext uri="{FF2B5EF4-FFF2-40B4-BE49-F238E27FC236}">
                <a16:creationId xmlns:a16="http://schemas.microsoft.com/office/drawing/2014/main" id="{144B5CF1-5560-5D67-E75E-228AFCB3E4A8}"/>
              </a:ext>
            </a:extLst>
          </p:cNvPr>
          <p:cNvPicPr>
            <a:picLocks noChangeAspect="1"/>
          </p:cNvPicPr>
          <p:nvPr/>
        </p:nvPicPr>
        <p:blipFill>
          <a:blip r:embed="rId6"/>
          <a:stretch>
            <a:fillRect/>
          </a:stretch>
        </p:blipFill>
        <p:spPr>
          <a:xfrm>
            <a:off x="6172988" y="1012709"/>
            <a:ext cx="1767363" cy="960154"/>
          </a:xfrm>
          <a:prstGeom prst="rect">
            <a:avLst/>
          </a:prstGeom>
        </p:spPr>
      </p:pic>
    </p:spTree>
    <p:extLst>
      <p:ext uri="{BB962C8B-B14F-4D97-AF65-F5344CB8AC3E}">
        <p14:creationId xmlns:p14="http://schemas.microsoft.com/office/powerpoint/2010/main" val="312984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99">
          <a:extLst>
            <a:ext uri="{FF2B5EF4-FFF2-40B4-BE49-F238E27FC236}">
              <a16:creationId xmlns:a16="http://schemas.microsoft.com/office/drawing/2014/main" id="{A88FC7B5-17A2-A0E4-D899-A2D0F68C59E3}"/>
            </a:ext>
          </a:extLst>
        </p:cNvPr>
        <p:cNvGrpSpPr/>
        <p:nvPr/>
      </p:nvGrpSpPr>
      <p:grpSpPr>
        <a:xfrm>
          <a:off x="0" y="0"/>
          <a:ext cx="0" cy="0"/>
          <a:chOff x="0" y="0"/>
          <a:chExt cx="0" cy="0"/>
        </a:xfrm>
      </p:grpSpPr>
      <p:sp>
        <p:nvSpPr>
          <p:cNvPr id="300" name="Google Shape;300;p44">
            <a:extLst>
              <a:ext uri="{FF2B5EF4-FFF2-40B4-BE49-F238E27FC236}">
                <a16:creationId xmlns:a16="http://schemas.microsoft.com/office/drawing/2014/main" id="{8C023B3A-503B-7604-5B70-8FD9FE6FE012}"/>
              </a:ext>
            </a:extLst>
          </p:cNvPr>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t>Small Contributions → Big Impact</a:t>
            </a:r>
            <a:endParaRPr/>
          </a:p>
        </p:txBody>
      </p:sp>
      <p:sp>
        <p:nvSpPr>
          <p:cNvPr id="301" name="Google Shape;301;p44">
            <a:extLst>
              <a:ext uri="{FF2B5EF4-FFF2-40B4-BE49-F238E27FC236}">
                <a16:creationId xmlns:a16="http://schemas.microsoft.com/office/drawing/2014/main" id="{760E9408-3502-A04C-1A9C-85B79BDC165D}"/>
              </a:ext>
            </a:extLst>
          </p:cNvPr>
          <p:cNvSpPr txBox="1"/>
          <p:nvPr/>
        </p:nvSpPr>
        <p:spPr>
          <a:xfrm>
            <a:off x="1486325" y="1182125"/>
            <a:ext cx="5432400" cy="22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a:solidFill>
                  <a:schemeClr val="dk1"/>
                </a:solidFill>
                <a:latin typeface="Open Sans"/>
                <a:ea typeface="Open Sans"/>
                <a:cs typeface="Open Sans"/>
                <a:sym typeface="Open Sans"/>
              </a:rPr>
              <a:t>Lucene PR fix by Kris</a:t>
            </a:r>
            <a:br>
              <a:rPr lang="en-GB" sz="2100">
                <a:solidFill>
                  <a:schemeClr val="dk1"/>
                </a:solidFill>
                <a:latin typeface="Open Sans"/>
                <a:ea typeface="Open Sans"/>
                <a:cs typeface="Open Sans"/>
                <a:sym typeface="Open Sans"/>
              </a:rPr>
            </a:br>
            <a:br>
              <a:rPr lang="en-GB" sz="2100">
                <a:solidFill>
                  <a:schemeClr val="dk1"/>
                </a:solidFill>
                <a:latin typeface="Open Sans"/>
                <a:ea typeface="Open Sans"/>
                <a:cs typeface="Open Sans"/>
                <a:sym typeface="Open Sans"/>
              </a:rPr>
            </a:br>
            <a:r>
              <a:rPr lang="en-GB" sz="2100">
                <a:solidFill>
                  <a:schemeClr val="dk1"/>
                </a:solidFill>
                <a:latin typeface="Open Sans"/>
                <a:ea typeface="Open Sans"/>
                <a:cs typeface="Open Sans"/>
                <a:sym typeface="Open Sans"/>
              </a:rPr>
              <a:t>Other examples:</a:t>
            </a:r>
            <a:br>
              <a:rPr lang="en-GB" sz="2100">
                <a:solidFill>
                  <a:schemeClr val="dk1"/>
                </a:solidFill>
                <a:latin typeface="Open Sans"/>
                <a:ea typeface="Open Sans"/>
                <a:cs typeface="Open Sans"/>
                <a:sym typeface="Open Sans"/>
              </a:rPr>
            </a:br>
            <a:r>
              <a:rPr lang="en-GB" sz="2100">
                <a:solidFill>
                  <a:schemeClr val="dk1"/>
                </a:solidFill>
                <a:latin typeface="Open Sans"/>
                <a:ea typeface="Open Sans"/>
                <a:cs typeface="Open Sans"/>
                <a:sym typeface="Open Sans"/>
              </a:rPr>
              <a:t> typo fix</a:t>
            </a:r>
            <a:endParaRPr sz="2100">
              <a:solidFill>
                <a:schemeClr val="dk1"/>
              </a:solidFill>
              <a:latin typeface="Open Sans"/>
              <a:ea typeface="Open Sans"/>
              <a:cs typeface="Open Sans"/>
              <a:sym typeface="Open Sans"/>
            </a:endParaRPr>
          </a:p>
          <a:p>
            <a:pPr marL="0" lvl="0" indent="0" algn="l" rtl="0">
              <a:spcBef>
                <a:spcPts val="0"/>
              </a:spcBef>
              <a:spcAft>
                <a:spcPts val="0"/>
              </a:spcAft>
              <a:buNone/>
            </a:pPr>
            <a:r>
              <a:rPr lang="en-GB" sz="2100">
                <a:solidFill>
                  <a:schemeClr val="dk1"/>
                </a:solidFill>
                <a:latin typeface="Open Sans"/>
                <a:ea typeface="Open Sans"/>
                <a:cs typeface="Open Sans"/>
                <a:sym typeface="Open Sans"/>
              </a:rPr>
              <a:t>startup.md improvement</a:t>
            </a:r>
            <a:endParaRPr sz="2100">
              <a:solidFill>
                <a:schemeClr val="dk1"/>
              </a:solidFill>
              <a:latin typeface="Open Sans"/>
              <a:ea typeface="Open Sans"/>
              <a:cs typeface="Open Sans"/>
              <a:sym typeface="Open Sans"/>
            </a:endParaRPr>
          </a:p>
          <a:p>
            <a:pPr marL="0" lvl="0" indent="0" algn="l" rtl="0">
              <a:spcBef>
                <a:spcPts val="0"/>
              </a:spcBef>
              <a:spcAft>
                <a:spcPts val="0"/>
              </a:spcAft>
              <a:buNone/>
            </a:pPr>
            <a:r>
              <a:rPr lang="en-GB" sz="2100">
                <a:solidFill>
                  <a:schemeClr val="dk1"/>
                </a:solidFill>
                <a:latin typeface="Open Sans"/>
                <a:ea typeface="Open Sans"/>
                <a:cs typeface="Open Sans"/>
                <a:sym typeface="Open Sans"/>
              </a:rPr>
              <a:t>sample config</a:t>
            </a:r>
            <a:endParaRPr sz="2100">
              <a:solidFill>
                <a:schemeClr val="dk1"/>
              </a:solidFill>
              <a:latin typeface="Open Sans"/>
              <a:ea typeface="Open Sans"/>
              <a:cs typeface="Open Sans"/>
              <a:sym typeface="Open Sans"/>
            </a:endParaRPr>
          </a:p>
          <a:p>
            <a:pPr marL="0" lvl="0" indent="0" algn="l" rtl="0">
              <a:spcBef>
                <a:spcPts val="0"/>
              </a:spcBef>
              <a:spcAft>
                <a:spcPts val="0"/>
              </a:spcAft>
              <a:buNone/>
            </a:pPr>
            <a:r>
              <a:rPr lang="en-GB" sz="2100">
                <a:solidFill>
                  <a:schemeClr val="dk1"/>
                </a:solidFill>
                <a:latin typeface="Open Sans"/>
                <a:ea typeface="Open Sans"/>
                <a:cs typeface="Open Sans"/>
                <a:sym typeface="Open Sans"/>
              </a:rPr>
              <a:t>reproducing bug</a:t>
            </a:r>
            <a:endParaRPr sz="2100">
              <a:solidFill>
                <a:schemeClr val="dk1"/>
              </a:solidFill>
              <a:latin typeface="Open Sans"/>
              <a:ea typeface="Open Sans"/>
              <a:cs typeface="Open Sans"/>
              <a:sym typeface="Open Sans"/>
            </a:endParaRPr>
          </a:p>
          <a:p>
            <a:pPr marL="0" lvl="0" indent="0" algn="l" rtl="0">
              <a:spcBef>
                <a:spcPts val="0"/>
              </a:spcBef>
              <a:spcAft>
                <a:spcPts val="0"/>
              </a:spcAft>
              <a:buNone/>
            </a:pPr>
            <a:r>
              <a:rPr lang="en-GB" sz="2100">
                <a:solidFill>
                  <a:schemeClr val="dk1"/>
                </a:solidFill>
                <a:latin typeface="Open Sans"/>
                <a:ea typeface="Open Sans"/>
                <a:cs typeface="Open Sans"/>
                <a:sym typeface="Open Sans"/>
              </a:rPr>
              <a:t>adding screenshots</a:t>
            </a:r>
            <a:endParaRPr sz="2100">
              <a:solidFill>
                <a:schemeClr val="dk1"/>
              </a:solidFill>
              <a:latin typeface="Open Sans"/>
              <a:ea typeface="Open Sans"/>
              <a:cs typeface="Open Sans"/>
              <a:sym typeface="Open Sans"/>
            </a:endParaRPr>
          </a:p>
          <a:p>
            <a:pPr marL="0" lvl="0" indent="0" algn="l" rtl="0">
              <a:spcBef>
                <a:spcPts val="0"/>
              </a:spcBef>
              <a:spcAft>
                <a:spcPts val="0"/>
              </a:spcAft>
              <a:buNone/>
            </a:pPr>
            <a:r>
              <a:rPr lang="en-GB" sz="2100">
                <a:solidFill>
                  <a:schemeClr val="dk1"/>
                </a:solidFill>
                <a:latin typeface="Open Sans"/>
                <a:ea typeface="Open Sans"/>
                <a:cs typeface="Open Sans"/>
                <a:sym typeface="Open Sans"/>
              </a:rPr>
              <a:t>testing on another platform</a:t>
            </a:r>
            <a:endParaRPr sz="2100">
              <a:solidFill>
                <a:schemeClr val="dk1"/>
              </a:solidFill>
              <a:latin typeface="Open Sans"/>
              <a:ea typeface="Open Sans"/>
              <a:cs typeface="Open Sans"/>
              <a:sym typeface="Open Sans"/>
            </a:endParaRPr>
          </a:p>
          <a:p>
            <a:pPr marL="0" lvl="0" indent="0" algn="l" rtl="0">
              <a:spcBef>
                <a:spcPts val="0"/>
              </a:spcBef>
              <a:spcAft>
                <a:spcPts val="0"/>
              </a:spcAft>
              <a:buNone/>
            </a:pPr>
            <a:endParaRPr sz="2100">
              <a:solidFill>
                <a:schemeClr val="dk1"/>
              </a:solidFill>
              <a:latin typeface="Open Sans"/>
              <a:ea typeface="Open Sans"/>
              <a:cs typeface="Open Sans"/>
              <a:sym typeface="Open Sans"/>
            </a:endParaRPr>
          </a:p>
        </p:txBody>
      </p:sp>
    </p:spTree>
    <p:extLst>
      <p:ext uri="{BB962C8B-B14F-4D97-AF65-F5344CB8AC3E}">
        <p14:creationId xmlns:p14="http://schemas.microsoft.com/office/powerpoint/2010/main" val="1806258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2BC243-37BE-0CC9-F876-C8886CDD4ABE}"/>
              </a:ext>
            </a:extLst>
          </p:cNvPr>
          <p:cNvSpPr>
            <a:spLocks noGrp="1"/>
          </p:cNvSpPr>
          <p:nvPr>
            <p:ph type="title" idx="2"/>
          </p:nvPr>
        </p:nvSpPr>
        <p:spPr/>
        <p:txBody>
          <a:bodyPr/>
          <a:lstStyle/>
          <a:p>
            <a:r>
              <a:rPr lang="en-US" dirty="0"/>
              <a:t>Ways to join the community</a:t>
            </a:r>
          </a:p>
        </p:txBody>
      </p:sp>
      <p:sp>
        <p:nvSpPr>
          <p:cNvPr id="2" name="Text Placeholder 1">
            <a:extLst>
              <a:ext uri="{FF2B5EF4-FFF2-40B4-BE49-F238E27FC236}">
                <a16:creationId xmlns:a16="http://schemas.microsoft.com/office/drawing/2014/main" id="{BDEEE623-E832-2763-F3D3-C1706F017865}"/>
              </a:ext>
            </a:extLst>
          </p:cNvPr>
          <p:cNvSpPr>
            <a:spLocks noGrp="1"/>
          </p:cNvSpPr>
          <p:nvPr>
            <p:ph type="body" idx="4294967295"/>
          </p:nvPr>
        </p:nvSpPr>
        <p:spPr>
          <a:xfrm>
            <a:off x="630236" y="4201700"/>
            <a:ext cx="7883525" cy="617537"/>
          </a:xfrm>
        </p:spPr>
        <p:txBody>
          <a:bodyPr>
            <a:normAutofit fontScale="92500"/>
          </a:bodyPr>
          <a:lstStyle/>
          <a:p>
            <a:r>
              <a:rPr lang="en-US" dirty="0"/>
              <a:t>Practical involvement in community and recommendations</a:t>
            </a:r>
          </a:p>
        </p:txBody>
      </p:sp>
      <p:graphicFrame>
        <p:nvGraphicFramePr>
          <p:cNvPr id="4" name="Content Placeholder 2">
            <a:extLst>
              <a:ext uri="{FF2B5EF4-FFF2-40B4-BE49-F238E27FC236}">
                <a16:creationId xmlns:a16="http://schemas.microsoft.com/office/drawing/2014/main" id="{04F48FF7-CA3E-DA5F-B75F-4BACED5E146F}"/>
              </a:ext>
            </a:extLst>
          </p:cNvPr>
          <p:cNvGraphicFramePr>
            <a:graphicFrameLocks/>
          </p:cNvGraphicFramePr>
          <p:nvPr/>
        </p:nvGraphicFramePr>
        <p:xfrm>
          <a:off x="43449" y="1708503"/>
          <a:ext cx="9057101" cy="16513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9908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8"/>
          <p:cNvSpPr txBox="1">
            <a:spLocks noGrp="1"/>
          </p:cNvSpPr>
          <p:nvPr>
            <p:ph type="body" idx="1"/>
          </p:nvPr>
        </p:nvSpPr>
        <p:spPr>
          <a:xfrm>
            <a:off x="430449" y="1636862"/>
            <a:ext cx="7773523" cy="3165900"/>
          </a:xfrm>
          <a:prstGeom prst="rect">
            <a:avLst/>
          </a:prstGeom>
          <a:noFill/>
          <a:ln>
            <a:noFill/>
          </a:ln>
        </p:spPr>
        <p:txBody>
          <a:bodyPr spcFirstLastPara="1" wrap="square" lIns="68575" tIns="34275" rIns="68575" bIns="34275" anchor="t" anchorCtr="0">
            <a:normAutofit/>
          </a:bodyPr>
          <a:lstStyle/>
          <a:p>
            <a:pPr marL="177800" lvl="0" indent="-171450" algn="l" rtl="0">
              <a:lnSpc>
                <a:spcPct val="90000"/>
              </a:lnSpc>
              <a:spcBef>
                <a:spcPts val="0"/>
              </a:spcBef>
              <a:spcAft>
                <a:spcPts val="0"/>
              </a:spcAft>
              <a:buClr>
                <a:schemeClr val="dk1"/>
              </a:buClr>
              <a:buSzPts val="2100"/>
              <a:buChar char="•"/>
            </a:pPr>
            <a:r>
              <a:rPr lang="en-GB" u="sng" dirty="0">
                <a:solidFill>
                  <a:schemeClr val="hlink"/>
                </a:solidFill>
                <a:hlinkClick r:id="rId3"/>
              </a:rPr>
              <a:t>Forums</a:t>
            </a:r>
            <a:r>
              <a:rPr lang="en-GB" dirty="0"/>
              <a:t>, </a:t>
            </a:r>
            <a:r>
              <a:rPr lang="en-GB" u="sng" dirty="0">
                <a:solidFill>
                  <a:schemeClr val="hlink"/>
                </a:solidFill>
                <a:hlinkClick r:id="rId4"/>
              </a:rPr>
              <a:t>Slack</a:t>
            </a:r>
            <a:r>
              <a:rPr lang="en-GB" dirty="0"/>
              <a:t>, </a:t>
            </a:r>
            <a:r>
              <a:rPr lang="en-GB" u="sng" dirty="0">
                <a:solidFill>
                  <a:schemeClr val="hlink"/>
                </a:solidFill>
                <a:hlinkClick r:id="rId5"/>
              </a:rPr>
              <a:t>Triage meetings</a:t>
            </a:r>
            <a:r>
              <a:rPr lang="en-GB" dirty="0"/>
              <a:t> </a:t>
            </a:r>
            <a:endParaRPr dirty="0"/>
          </a:p>
          <a:p>
            <a:pPr marL="177800" lvl="0" indent="-171450" algn="l" rtl="0">
              <a:lnSpc>
                <a:spcPct val="90000"/>
              </a:lnSpc>
              <a:spcBef>
                <a:spcPts val="800"/>
              </a:spcBef>
              <a:spcAft>
                <a:spcPts val="0"/>
              </a:spcAft>
              <a:buClr>
                <a:schemeClr val="dk1"/>
              </a:buClr>
              <a:buSzPts val="2100"/>
              <a:buChar char="•"/>
            </a:pPr>
            <a:r>
              <a:rPr lang="en-GB" u="sng" dirty="0">
                <a:solidFill>
                  <a:schemeClr val="hlink"/>
                </a:solidFill>
                <a:hlinkClick r:id="rId6"/>
              </a:rPr>
              <a:t>UserGroups and Events </a:t>
            </a:r>
            <a:r>
              <a:rPr lang="en-GB" dirty="0"/>
              <a:t> </a:t>
            </a:r>
            <a:endParaRPr dirty="0"/>
          </a:p>
          <a:p>
            <a:pPr marL="177800" lvl="0" indent="-171450" algn="l" rtl="0">
              <a:lnSpc>
                <a:spcPct val="90000"/>
              </a:lnSpc>
              <a:spcBef>
                <a:spcPts val="800"/>
              </a:spcBef>
              <a:spcAft>
                <a:spcPts val="0"/>
              </a:spcAft>
              <a:buClr>
                <a:schemeClr val="dk1"/>
              </a:buClr>
              <a:buSzPts val="2100"/>
              <a:buChar char="•"/>
            </a:pPr>
            <a:r>
              <a:rPr lang="en-GB" u="sng" dirty="0">
                <a:solidFill>
                  <a:schemeClr val="hlink"/>
                </a:solidFill>
                <a:hlinkClick r:id="rId7"/>
              </a:rPr>
              <a:t>Maintainers</a:t>
            </a:r>
            <a:r>
              <a:rPr lang="en-GB" dirty="0"/>
              <a:t> </a:t>
            </a:r>
            <a:endParaRPr dirty="0"/>
          </a:p>
          <a:p>
            <a:pPr marL="177800" lvl="0" indent="-171450" algn="l" rtl="0">
              <a:lnSpc>
                <a:spcPct val="90000"/>
              </a:lnSpc>
              <a:spcBef>
                <a:spcPts val="800"/>
              </a:spcBef>
              <a:spcAft>
                <a:spcPts val="0"/>
              </a:spcAft>
              <a:buClr>
                <a:schemeClr val="dk1"/>
              </a:buClr>
              <a:buSzPts val="2100"/>
              <a:buChar char="•"/>
            </a:pPr>
            <a:r>
              <a:rPr lang="en-GB" dirty="0"/>
              <a:t>▶️ </a:t>
            </a:r>
            <a:r>
              <a:rPr lang="en-GB" u="sng" dirty="0">
                <a:solidFill>
                  <a:schemeClr val="hlink"/>
                </a:solidFill>
                <a:hlinkClick r:id="rId8"/>
              </a:rPr>
              <a:t>YouTube</a:t>
            </a:r>
            <a:endParaRPr dirty="0"/>
          </a:p>
          <a:p>
            <a:pPr marL="177800" lvl="0" indent="-171450" algn="l" rtl="0">
              <a:lnSpc>
                <a:spcPct val="90000"/>
              </a:lnSpc>
              <a:spcBef>
                <a:spcPts val="800"/>
              </a:spcBef>
              <a:spcAft>
                <a:spcPts val="0"/>
              </a:spcAft>
              <a:buClr>
                <a:schemeClr val="dk1"/>
              </a:buClr>
              <a:buSzPts val="2100"/>
              <a:buChar char="•"/>
            </a:pPr>
            <a:r>
              <a:rPr lang="en-GB" dirty="0"/>
              <a:t>🧑‍💼 </a:t>
            </a:r>
            <a:r>
              <a:rPr lang="en-GB" u="sng" dirty="0">
                <a:solidFill>
                  <a:schemeClr val="hlink"/>
                </a:solidFill>
                <a:hlinkClick r:id="rId9"/>
              </a:rPr>
              <a:t>LinkedIn</a:t>
            </a:r>
            <a:r>
              <a:rPr lang="en-GB" dirty="0"/>
              <a:t> </a:t>
            </a:r>
            <a:endParaRPr dirty="0"/>
          </a:p>
          <a:p>
            <a:pPr marL="177800" lvl="0" indent="-171450" algn="l" rtl="0">
              <a:lnSpc>
                <a:spcPct val="90000"/>
              </a:lnSpc>
              <a:spcBef>
                <a:spcPts val="800"/>
              </a:spcBef>
              <a:spcAft>
                <a:spcPts val="0"/>
              </a:spcAft>
              <a:buClr>
                <a:schemeClr val="dk1"/>
              </a:buClr>
              <a:buSzPts val="2100"/>
              <a:buChar char="•"/>
            </a:pPr>
            <a:r>
              <a:rPr lang="en-GB" dirty="0"/>
              <a:t>OpenSearchCon </a:t>
            </a:r>
            <a:endParaRPr dirty="0"/>
          </a:p>
          <a:p>
            <a:pPr marL="177800" lvl="0" indent="-171450" algn="l" rtl="0">
              <a:lnSpc>
                <a:spcPct val="90000"/>
              </a:lnSpc>
              <a:spcBef>
                <a:spcPts val="800"/>
              </a:spcBef>
              <a:spcAft>
                <a:spcPts val="0"/>
              </a:spcAft>
              <a:buClr>
                <a:schemeClr val="dk1"/>
              </a:buClr>
              <a:buSzPts val="2100"/>
              <a:buChar char="•"/>
            </a:pPr>
            <a:r>
              <a:rPr lang="en-GB" dirty="0"/>
              <a:t>Ask questions, get guidance</a:t>
            </a:r>
            <a:endParaRPr dirty="0"/>
          </a:p>
        </p:txBody>
      </p:sp>
      <p:sp>
        <p:nvSpPr>
          <p:cNvPr id="537" name="Google Shape;537;p58"/>
          <p:cNvSpPr txBox="1">
            <a:spLocks noGrp="1"/>
          </p:cNvSpPr>
          <p:nvPr>
            <p:ph type="body" idx="2"/>
          </p:nvPr>
        </p:nvSpPr>
        <p:spPr>
          <a:xfrm>
            <a:off x="430449" y="1111919"/>
            <a:ext cx="7773523" cy="408384"/>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dk2"/>
              </a:buClr>
              <a:buSzPts val="2100"/>
              <a:buFont typeface="Arial"/>
              <a:buNone/>
            </a:pPr>
            <a:r>
              <a:rPr lang="en-GB">
                <a:solidFill>
                  <a:schemeClr val="dk2"/>
                </a:solidFill>
              </a:rPr>
              <a:t>Connect with the OpenSearch Community</a:t>
            </a:r>
            <a:endParaRPr/>
          </a:p>
        </p:txBody>
      </p:sp>
      <p:pic>
        <p:nvPicPr>
          <p:cNvPr id="538" name="Google Shape;538;p58"/>
          <p:cNvPicPr preferRelativeResize="0"/>
          <p:nvPr/>
        </p:nvPicPr>
        <p:blipFill rotWithShape="1">
          <a:blip r:embed="rId10">
            <a:alphaModFix/>
          </a:blip>
          <a:srcRect/>
          <a:stretch/>
        </p:blipFill>
        <p:spPr>
          <a:xfrm>
            <a:off x="516174" y="437240"/>
            <a:ext cx="3619500" cy="616399"/>
          </a:xfrm>
          <a:prstGeom prst="rect">
            <a:avLst/>
          </a:prstGeom>
          <a:noFill/>
          <a:ln>
            <a:noFill/>
          </a:ln>
        </p:spPr>
      </p:pic>
      <p:pic>
        <p:nvPicPr>
          <p:cNvPr id="539" name="Google Shape;539;p58"/>
          <p:cNvPicPr preferRelativeResize="0"/>
          <p:nvPr/>
        </p:nvPicPr>
        <p:blipFill rotWithShape="1">
          <a:blip r:embed="rId11">
            <a:alphaModFix/>
          </a:blip>
          <a:srcRect/>
          <a:stretch/>
        </p:blipFill>
        <p:spPr>
          <a:xfrm>
            <a:off x="5066663" y="2151386"/>
            <a:ext cx="3646889" cy="240380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59"/>
          <p:cNvSpPr txBox="1">
            <a:spLocks noGrp="1"/>
          </p:cNvSpPr>
          <p:nvPr>
            <p:ph type="title"/>
          </p:nvPr>
        </p:nvSpPr>
        <p:spPr>
          <a:xfrm>
            <a:off x="781730" y="615010"/>
            <a:ext cx="7580540" cy="1566698"/>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accent1"/>
              </a:buClr>
              <a:buSzPts val="2700"/>
              <a:buFont typeface="Open Sans ExtraBold"/>
              <a:buNone/>
            </a:pPr>
            <a:r>
              <a:rPr lang="en-GB" sz="2700">
                <a:solidFill>
                  <a:schemeClr val="accent1"/>
                </a:solidFill>
              </a:rPr>
              <a:t>Join the conversation</a:t>
            </a:r>
            <a:endParaRPr/>
          </a:p>
        </p:txBody>
      </p:sp>
      <p:grpSp>
        <p:nvGrpSpPr>
          <p:cNvPr id="546" name="Google Shape;546;p59"/>
          <p:cNvGrpSpPr/>
          <p:nvPr/>
        </p:nvGrpSpPr>
        <p:grpSpPr>
          <a:xfrm>
            <a:off x="2547755" y="2026596"/>
            <a:ext cx="914251" cy="1131745"/>
            <a:chOff x="2507659" y="3150270"/>
            <a:chExt cx="1219002" cy="1508994"/>
          </a:xfrm>
        </p:grpSpPr>
        <p:pic>
          <p:nvPicPr>
            <p:cNvPr id="547" name="Google Shape;547;p59" descr="A group of people in a circle&#10;&#10;Description automatically generated"/>
            <p:cNvPicPr preferRelativeResize="0"/>
            <p:nvPr/>
          </p:nvPicPr>
          <p:blipFill rotWithShape="1">
            <a:blip r:embed="rId3">
              <a:alphaModFix/>
            </a:blip>
            <a:srcRect/>
            <a:stretch/>
          </p:blipFill>
          <p:spPr>
            <a:xfrm>
              <a:off x="2612936" y="3150270"/>
              <a:ext cx="1008448" cy="1008447"/>
            </a:xfrm>
            <a:prstGeom prst="rect">
              <a:avLst/>
            </a:prstGeom>
            <a:noFill/>
            <a:ln>
              <a:noFill/>
            </a:ln>
          </p:spPr>
        </p:pic>
        <p:sp>
          <p:nvSpPr>
            <p:cNvPr id="548" name="Google Shape;548;p59"/>
            <p:cNvSpPr txBox="1"/>
            <p:nvPr/>
          </p:nvSpPr>
          <p:spPr>
            <a:xfrm>
              <a:off x="2507659" y="4269901"/>
              <a:ext cx="1219002" cy="389363"/>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GB" sz="1100">
                  <a:solidFill>
                    <a:schemeClr val="accent1"/>
                  </a:solidFill>
                  <a:latin typeface="Open Sans"/>
                  <a:ea typeface="Open Sans"/>
                  <a:cs typeface="Open Sans"/>
                  <a:sym typeface="Open Sans"/>
                </a:rPr>
                <a:t>Forum</a:t>
              </a:r>
              <a:endParaRPr sz="1100"/>
            </a:p>
          </p:txBody>
        </p:sp>
      </p:grpSp>
      <p:grpSp>
        <p:nvGrpSpPr>
          <p:cNvPr id="549" name="Google Shape;549;p59"/>
          <p:cNvGrpSpPr/>
          <p:nvPr/>
        </p:nvGrpSpPr>
        <p:grpSpPr>
          <a:xfrm>
            <a:off x="3661528" y="2019687"/>
            <a:ext cx="914251" cy="1131746"/>
            <a:chOff x="3997079" y="3150270"/>
            <a:chExt cx="1219002" cy="1508995"/>
          </a:xfrm>
        </p:grpSpPr>
        <p:pic>
          <p:nvPicPr>
            <p:cNvPr id="550" name="Google Shape;550;p59" descr="A round icon with a group of people&#10;&#10;Description automatically generated"/>
            <p:cNvPicPr preferRelativeResize="0"/>
            <p:nvPr/>
          </p:nvPicPr>
          <p:blipFill rotWithShape="1">
            <a:blip r:embed="rId4">
              <a:alphaModFix/>
            </a:blip>
            <a:srcRect/>
            <a:stretch/>
          </p:blipFill>
          <p:spPr>
            <a:xfrm>
              <a:off x="4105640" y="3150270"/>
              <a:ext cx="1008448" cy="1008447"/>
            </a:xfrm>
            <a:prstGeom prst="rect">
              <a:avLst/>
            </a:prstGeom>
            <a:noFill/>
            <a:ln>
              <a:noFill/>
            </a:ln>
          </p:spPr>
        </p:pic>
        <p:sp>
          <p:nvSpPr>
            <p:cNvPr id="551" name="Google Shape;551;p59"/>
            <p:cNvSpPr txBox="1"/>
            <p:nvPr/>
          </p:nvSpPr>
          <p:spPr>
            <a:xfrm>
              <a:off x="3997079" y="4269901"/>
              <a:ext cx="1219002" cy="38936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GB" sz="1100">
                  <a:solidFill>
                    <a:schemeClr val="accent1"/>
                  </a:solidFill>
                  <a:latin typeface="Open Sans"/>
                  <a:ea typeface="Open Sans"/>
                  <a:cs typeface="Open Sans"/>
                  <a:sym typeface="Open Sans"/>
                </a:rPr>
                <a:t>Events</a:t>
              </a:r>
              <a:endParaRPr sz="1100"/>
            </a:p>
          </p:txBody>
        </p:sp>
      </p:grpSp>
      <p:grpSp>
        <p:nvGrpSpPr>
          <p:cNvPr id="552" name="Google Shape;552;p59"/>
          <p:cNvGrpSpPr/>
          <p:nvPr/>
        </p:nvGrpSpPr>
        <p:grpSpPr>
          <a:xfrm>
            <a:off x="4781885" y="2026596"/>
            <a:ext cx="914251" cy="1131746"/>
            <a:chOff x="5486499" y="3150270"/>
            <a:chExt cx="1219002" cy="1508995"/>
          </a:xfrm>
        </p:grpSpPr>
        <p:pic>
          <p:nvPicPr>
            <p:cNvPr id="553" name="Google Shape;553;p59" descr="A white and grey megaphone with a red center&#10;&#10;Description automatically generated"/>
            <p:cNvPicPr preferRelativeResize="0"/>
            <p:nvPr/>
          </p:nvPicPr>
          <p:blipFill rotWithShape="1">
            <a:blip r:embed="rId5">
              <a:alphaModFix/>
            </a:blip>
            <a:srcRect/>
            <a:stretch/>
          </p:blipFill>
          <p:spPr>
            <a:xfrm>
              <a:off x="5598344" y="3150270"/>
              <a:ext cx="1008448" cy="1008447"/>
            </a:xfrm>
            <a:prstGeom prst="rect">
              <a:avLst/>
            </a:prstGeom>
            <a:noFill/>
            <a:ln>
              <a:noFill/>
            </a:ln>
          </p:spPr>
        </p:pic>
        <p:sp>
          <p:nvSpPr>
            <p:cNvPr id="554" name="Google Shape;554;p59"/>
            <p:cNvSpPr txBox="1"/>
            <p:nvPr/>
          </p:nvSpPr>
          <p:spPr>
            <a:xfrm>
              <a:off x="5486499" y="4269901"/>
              <a:ext cx="1219002" cy="38936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GB" sz="1100">
                  <a:solidFill>
                    <a:schemeClr val="accent1"/>
                  </a:solidFill>
                  <a:latin typeface="Open Sans"/>
                  <a:ea typeface="Open Sans"/>
                  <a:cs typeface="Open Sans"/>
                  <a:sym typeface="Open Sans"/>
                </a:rPr>
                <a:t>Blog</a:t>
              </a:r>
              <a:endParaRPr sz="1100"/>
            </a:p>
          </p:txBody>
        </p:sp>
      </p:grpSp>
      <p:grpSp>
        <p:nvGrpSpPr>
          <p:cNvPr id="555" name="Google Shape;555;p59"/>
          <p:cNvGrpSpPr/>
          <p:nvPr/>
        </p:nvGrpSpPr>
        <p:grpSpPr>
          <a:xfrm>
            <a:off x="5898950" y="2026973"/>
            <a:ext cx="914251" cy="1131369"/>
            <a:chOff x="6975919" y="3150773"/>
            <a:chExt cx="1219002" cy="1508492"/>
          </a:xfrm>
        </p:grpSpPr>
        <p:grpSp>
          <p:nvGrpSpPr>
            <p:cNvPr id="556" name="Google Shape;556;p59"/>
            <p:cNvGrpSpPr/>
            <p:nvPr/>
          </p:nvGrpSpPr>
          <p:grpSpPr>
            <a:xfrm>
              <a:off x="7091048" y="3150773"/>
              <a:ext cx="1007440" cy="1007440"/>
              <a:chOff x="7091048" y="3150093"/>
              <a:chExt cx="1007440" cy="1007440"/>
            </a:xfrm>
          </p:grpSpPr>
          <p:sp>
            <p:nvSpPr>
              <p:cNvPr id="557" name="Google Shape;557;p59"/>
              <p:cNvSpPr/>
              <p:nvPr/>
            </p:nvSpPr>
            <p:spPr>
              <a:xfrm>
                <a:off x="7131621" y="3249929"/>
                <a:ext cx="907604" cy="907604"/>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Open Sans"/>
                  <a:ea typeface="Open Sans"/>
                  <a:cs typeface="Open Sans"/>
                  <a:sym typeface="Open Sans"/>
                </a:endParaRPr>
              </a:p>
            </p:txBody>
          </p:sp>
          <p:pic>
            <p:nvPicPr>
              <p:cNvPr id="558" name="Google Shape;558;p59" descr="A black background with a black square&#10;&#10;Description automatically generated with medium confidence"/>
              <p:cNvPicPr preferRelativeResize="0"/>
              <p:nvPr/>
            </p:nvPicPr>
            <p:blipFill rotWithShape="1">
              <a:blip r:embed="rId6">
                <a:alphaModFix/>
              </a:blip>
              <a:srcRect/>
              <a:stretch/>
            </p:blipFill>
            <p:spPr>
              <a:xfrm>
                <a:off x="7091048" y="3150093"/>
                <a:ext cx="1007440" cy="1007440"/>
              </a:xfrm>
              <a:prstGeom prst="rect">
                <a:avLst/>
              </a:prstGeom>
              <a:noFill/>
              <a:ln>
                <a:noFill/>
              </a:ln>
            </p:spPr>
          </p:pic>
        </p:grpSp>
        <p:sp>
          <p:nvSpPr>
            <p:cNvPr id="559" name="Google Shape;559;p59"/>
            <p:cNvSpPr txBox="1"/>
            <p:nvPr/>
          </p:nvSpPr>
          <p:spPr>
            <a:xfrm>
              <a:off x="6975919" y="4269901"/>
              <a:ext cx="1219002" cy="38936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GB" sz="1100">
                  <a:solidFill>
                    <a:schemeClr val="accent1"/>
                  </a:solidFill>
                  <a:latin typeface="Open Sans"/>
                  <a:ea typeface="Open Sans"/>
                  <a:cs typeface="Open Sans"/>
                  <a:sym typeface="Open Sans"/>
                </a:rPr>
                <a:t>GitHub</a:t>
              </a:r>
              <a:endParaRPr sz="1100"/>
            </a:p>
          </p:txBody>
        </p:sp>
      </p:grpSp>
      <p:grpSp>
        <p:nvGrpSpPr>
          <p:cNvPr id="560" name="Google Shape;560;p59"/>
          <p:cNvGrpSpPr/>
          <p:nvPr/>
        </p:nvGrpSpPr>
        <p:grpSpPr>
          <a:xfrm>
            <a:off x="7016016" y="2035691"/>
            <a:ext cx="914252" cy="1122651"/>
            <a:chOff x="8465340" y="3162397"/>
            <a:chExt cx="1219002" cy="1496868"/>
          </a:xfrm>
        </p:grpSpPr>
        <p:pic>
          <p:nvPicPr>
            <p:cNvPr id="561" name="Google Shape;561;p59" descr="A colorful logo with black background&#10;&#10;Description automatically generated"/>
            <p:cNvPicPr preferRelativeResize="0"/>
            <p:nvPr/>
          </p:nvPicPr>
          <p:blipFill rotWithShape="1">
            <a:blip r:embed="rId7">
              <a:alphaModFix/>
            </a:blip>
            <a:srcRect/>
            <a:stretch/>
          </p:blipFill>
          <p:spPr>
            <a:xfrm>
              <a:off x="8582745" y="3162397"/>
              <a:ext cx="984193" cy="984193"/>
            </a:xfrm>
            <a:prstGeom prst="rect">
              <a:avLst/>
            </a:prstGeom>
            <a:noFill/>
            <a:ln>
              <a:noFill/>
            </a:ln>
          </p:spPr>
        </p:pic>
        <p:sp>
          <p:nvSpPr>
            <p:cNvPr id="562" name="Google Shape;562;p59"/>
            <p:cNvSpPr txBox="1"/>
            <p:nvPr/>
          </p:nvSpPr>
          <p:spPr>
            <a:xfrm>
              <a:off x="8465340" y="4269901"/>
              <a:ext cx="1219002" cy="38936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GB" sz="1100">
                  <a:solidFill>
                    <a:schemeClr val="accent1"/>
                  </a:solidFill>
                  <a:latin typeface="Open Sans"/>
                  <a:ea typeface="Open Sans"/>
                  <a:cs typeface="Open Sans"/>
                  <a:sym typeface="Open Sans"/>
                </a:rPr>
                <a:t>Slack</a:t>
              </a:r>
              <a:endParaRPr sz="1100"/>
            </a:p>
          </p:txBody>
        </p:sp>
      </p:grpSp>
      <p:sp>
        <p:nvSpPr>
          <p:cNvPr id="563" name="Google Shape;563;p59"/>
          <p:cNvSpPr txBox="1"/>
          <p:nvPr/>
        </p:nvSpPr>
        <p:spPr>
          <a:xfrm>
            <a:off x="6397509" y="2043899"/>
            <a:ext cx="138548"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chemeClr val="dk1"/>
              </a:solidFill>
              <a:latin typeface="Open Sans"/>
              <a:ea typeface="Open Sans"/>
              <a:cs typeface="Open Sans"/>
              <a:sym typeface="Open Sans"/>
            </a:endParaRPr>
          </a:p>
        </p:txBody>
      </p:sp>
      <p:grpSp>
        <p:nvGrpSpPr>
          <p:cNvPr id="564" name="Google Shape;564;p59"/>
          <p:cNvGrpSpPr/>
          <p:nvPr/>
        </p:nvGrpSpPr>
        <p:grpSpPr>
          <a:xfrm>
            <a:off x="3968444" y="3423160"/>
            <a:ext cx="1207112" cy="1207112"/>
            <a:chOff x="2862574" y="3440637"/>
            <a:chExt cx="2250301" cy="2250301"/>
          </a:xfrm>
        </p:grpSpPr>
        <p:sp>
          <p:nvSpPr>
            <p:cNvPr id="565" name="Google Shape;565;p59"/>
            <p:cNvSpPr/>
            <p:nvPr/>
          </p:nvSpPr>
          <p:spPr>
            <a:xfrm>
              <a:off x="2862574" y="3440637"/>
              <a:ext cx="2250301" cy="2250301"/>
            </a:xfrm>
            <a:prstGeom prst="roundRect">
              <a:avLst>
                <a:gd name="adj" fmla="val 16667"/>
              </a:avLst>
            </a:prstGeom>
            <a:noFill/>
            <a:ln w="4445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Open Sans"/>
                <a:ea typeface="Open Sans"/>
                <a:cs typeface="Open Sans"/>
                <a:sym typeface="Open Sans"/>
              </a:endParaRPr>
            </a:p>
          </p:txBody>
        </p:sp>
        <p:pic>
          <p:nvPicPr>
            <p:cNvPr id="566" name="Google Shape;566;p59" descr="A qr code with a few squares&#10;&#10;Description automatically generated"/>
            <p:cNvPicPr preferRelativeResize="0"/>
            <p:nvPr/>
          </p:nvPicPr>
          <p:blipFill rotWithShape="1">
            <a:blip r:embed="rId8">
              <a:alphaModFix/>
            </a:blip>
            <a:srcRect/>
            <a:stretch/>
          </p:blipFill>
          <p:spPr>
            <a:xfrm>
              <a:off x="3062715" y="3641967"/>
              <a:ext cx="1850018" cy="1847641"/>
            </a:xfrm>
            <a:prstGeom prst="rect">
              <a:avLst/>
            </a:prstGeom>
            <a:noFill/>
            <a:ln>
              <a:noFill/>
            </a:ln>
          </p:spPr>
        </p:pic>
      </p:grpSp>
      <p:pic>
        <p:nvPicPr>
          <p:cNvPr id="567" name="Google Shape;567;p59"/>
          <p:cNvPicPr preferRelativeResize="0"/>
          <p:nvPr/>
        </p:nvPicPr>
        <p:blipFill rotWithShape="1">
          <a:blip r:embed="rId9">
            <a:alphaModFix/>
          </a:blip>
          <a:srcRect/>
          <a:stretch/>
        </p:blipFill>
        <p:spPr>
          <a:xfrm>
            <a:off x="1499590" y="2036442"/>
            <a:ext cx="771525" cy="771525"/>
          </a:xfrm>
          <a:prstGeom prst="rect">
            <a:avLst/>
          </a:prstGeom>
          <a:noFill/>
          <a:ln>
            <a:noFill/>
          </a:ln>
        </p:spPr>
      </p:pic>
      <p:sp>
        <p:nvSpPr>
          <p:cNvPr id="568" name="Google Shape;568;p59"/>
          <p:cNvSpPr txBox="1"/>
          <p:nvPr/>
        </p:nvSpPr>
        <p:spPr>
          <a:xfrm>
            <a:off x="1430690" y="2866319"/>
            <a:ext cx="914252" cy="292023"/>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GB" sz="1100">
                <a:solidFill>
                  <a:schemeClr val="accent1"/>
                </a:solidFill>
                <a:latin typeface="Open Sans"/>
                <a:ea typeface="Open Sans"/>
                <a:cs typeface="Open Sans"/>
                <a:sym typeface="Open Sans"/>
              </a:rPr>
              <a:t>User Groups</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60"/>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lt1"/>
              </a:buClr>
              <a:buSzPts val="3000"/>
              <a:buFont typeface="Open Sans ExtraBold"/>
              <a:buNone/>
            </a:pPr>
            <a:r>
              <a:rPr lang="en-GB" sz="3000"/>
              <a:t>Thank you!</a:t>
            </a:r>
            <a:endParaRPr/>
          </a:p>
        </p:txBody>
      </p:sp>
      <p:sp>
        <p:nvSpPr>
          <p:cNvPr id="574" name="Google Shape;574;p60" descr="Planets of the solar system"/>
          <p:cNvSpPr txBox="1">
            <a:spLocks noGrp="1"/>
          </p:cNvSpPr>
          <p:nvPr>
            <p:ph type="body" idx="1"/>
          </p:nvPr>
        </p:nvSpPr>
        <p:spPr>
          <a:xfrm>
            <a:off x="4374356" y="740569"/>
            <a:ext cx="3655219" cy="3655219"/>
          </a:xfrm>
          <a:prstGeom prst="rect">
            <a:avLst/>
          </a:prstGeom>
          <a:noFill/>
          <a:ln>
            <a:noFill/>
          </a:ln>
        </p:spPr>
        <p:txBody>
          <a:bodyPr spcFirstLastPara="1" wrap="square" lIns="68575" tIns="34275" rIns="68575" bIns="34275" anchor="t" anchorCtr="0">
            <a:normAutofit/>
          </a:bodyPr>
          <a:lstStyle/>
          <a:p>
            <a:pPr marL="0" lvl="0" indent="0" algn="l" rtl="0">
              <a:spcBef>
                <a:spcPts val="800"/>
              </a:spcBef>
              <a:spcAft>
                <a:spcPts val="0"/>
              </a:spcAft>
              <a:buNone/>
            </a:pPr>
            <a:r>
              <a:rPr lang="en-GB"/>
              <a:t>Our photo together that we click @OS India</a:t>
            </a:r>
            <a:endParaRPr/>
          </a:p>
        </p:txBody>
      </p:sp>
      <p:sp>
        <p:nvSpPr>
          <p:cNvPr id="575" name="Google Shape;575;p60"/>
          <p:cNvSpPr txBox="1">
            <a:spLocks noGrp="1"/>
          </p:cNvSpPr>
          <p:nvPr>
            <p:ph type="body" idx="2"/>
          </p:nvPr>
        </p:nvSpPr>
        <p:spPr>
          <a:xfrm>
            <a:off x="629841" y="2282869"/>
            <a:ext cx="3569509" cy="1737987"/>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chemeClr val="lt1"/>
              </a:buClr>
              <a:buSzPts val="2700"/>
              <a:buNone/>
            </a:pPr>
            <a:r>
              <a:rPr lang="en-GB" sz="2700"/>
              <a:t>See you in the OpenSearch community!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318"/>
        <p:cNvGrpSpPr/>
        <p:nvPr/>
      </p:nvGrpSpPr>
      <p:grpSpPr>
        <a:xfrm>
          <a:off x="0" y="0"/>
          <a:ext cx="0" cy="0"/>
          <a:chOff x="0" y="0"/>
          <a:chExt cx="0" cy="0"/>
        </a:xfrm>
      </p:grpSpPr>
      <p:sp>
        <p:nvSpPr>
          <p:cNvPr id="319" name="Google Shape;319;p47"/>
          <p:cNvSpPr txBox="1">
            <a:spLocks noGrp="1"/>
          </p:cNvSpPr>
          <p:nvPr>
            <p:ph type="title"/>
          </p:nvPr>
        </p:nvSpPr>
        <p:spPr>
          <a:xfrm>
            <a:off x="628650" y="319414"/>
            <a:ext cx="7886700" cy="667011"/>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lt1"/>
              </a:buClr>
              <a:buSzPts val="2700"/>
              <a:buFont typeface="Open Sans ExtraBold"/>
              <a:buNone/>
            </a:pPr>
            <a:r>
              <a:rPr lang="en-GB" sz="2700"/>
              <a:t>Community Contributions are increasing</a:t>
            </a:r>
            <a:endParaRPr/>
          </a:p>
        </p:txBody>
      </p:sp>
      <p:sp>
        <p:nvSpPr>
          <p:cNvPr id="320" name="Google Shape;320;p47"/>
          <p:cNvSpPr txBox="1"/>
          <p:nvPr/>
        </p:nvSpPr>
        <p:spPr>
          <a:xfrm>
            <a:off x="430449" y="426119"/>
            <a:ext cx="7773523" cy="685800"/>
          </a:xfrm>
          <a:prstGeom prst="rect">
            <a:avLst/>
          </a:prstGeom>
          <a:noFill/>
          <a:ln>
            <a:noFill/>
          </a:ln>
        </p:spPr>
        <p:txBody>
          <a:bodyPr spcFirstLastPara="1" wrap="square" lIns="68575" tIns="34275" rIns="68575" bIns="34275" anchor="b" anchorCtr="0">
            <a:noAutofit/>
          </a:bodyPr>
          <a:lstStyle/>
          <a:p>
            <a:pPr marL="0" marR="0" lvl="0" indent="0" algn="l" rtl="0">
              <a:lnSpc>
                <a:spcPct val="90000"/>
              </a:lnSpc>
              <a:spcBef>
                <a:spcPts val="0"/>
              </a:spcBef>
              <a:spcAft>
                <a:spcPts val="0"/>
              </a:spcAft>
              <a:buClr>
                <a:schemeClr val="lt1"/>
              </a:buClr>
              <a:buSzPts val="3000"/>
              <a:buFont typeface="Open Sans ExtraBold"/>
              <a:buNone/>
            </a:pPr>
            <a:endParaRPr sz="3000">
              <a:solidFill>
                <a:schemeClr val="lt1"/>
              </a:solidFill>
              <a:latin typeface="Open Sans ExtraBold"/>
              <a:ea typeface="Open Sans ExtraBold"/>
              <a:cs typeface="Open Sans ExtraBold"/>
              <a:sym typeface="Open Sans ExtraBold"/>
            </a:endParaRPr>
          </a:p>
        </p:txBody>
      </p:sp>
      <p:sp>
        <p:nvSpPr>
          <p:cNvPr id="321" name="Google Shape;321;p47"/>
          <p:cNvSpPr txBox="1"/>
          <p:nvPr/>
        </p:nvSpPr>
        <p:spPr>
          <a:xfrm>
            <a:off x="581642" y="958829"/>
            <a:ext cx="7575322" cy="408384"/>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chemeClr val="lt1"/>
              </a:buClr>
              <a:buSzPts val="1500"/>
              <a:buFont typeface="Arial"/>
              <a:buNone/>
            </a:pPr>
            <a:r>
              <a:rPr lang="en-GB" sz="1500">
                <a:solidFill>
                  <a:schemeClr val="lt1"/>
                </a:solidFill>
                <a:latin typeface="Open Sans"/>
                <a:ea typeface="Open Sans"/>
                <a:cs typeface="Open Sans"/>
                <a:sym typeface="Open Sans"/>
              </a:rPr>
              <a:t>Year in review: Community momentum since OpenSearchCon Europe in May 2024</a:t>
            </a:r>
            <a:endParaRPr sz="1100"/>
          </a:p>
        </p:txBody>
      </p:sp>
      <p:sp>
        <p:nvSpPr>
          <p:cNvPr id="322" name="Google Shape;322;p47"/>
          <p:cNvSpPr txBox="1"/>
          <p:nvPr/>
        </p:nvSpPr>
        <p:spPr>
          <a:xfrm>
            <a:off x="189960" y="2385481"/>
            <a:ext cx="1615638" cy="530915"/>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rgbClr val="006DD8"/>
                </a:solidFill>
                <a:latin typeface="Open Sans"/>
                <a:ea typeface="Open Sans"/>
                <a:cs typeface="Open Sans"/>
                <a:sym typeface="Open Sans"/>
              </a:rPr>
              <a:t>new releases</a:t>
            </a:r>
            <a:br>
              <a:rPr lang="en-GB" sz="1500">
                <a:solidFill>
                  <a:srgbClr val="006DD8"/>
                </a:solidFill>
                <a:latin typeface="Open Sans"/>
                <a:ea typeface="Open Sans"/>
                <a:cs typeface="Open Sans"/>
                <a:sym typeface="Open Sans"/>
              </a:rPr>
            </a:br>
            <a:r>
              <a:rPr lang="en-GB" sz="1500">
                <a:solidFill>
                  <a:srgbClr val="006DD8"/>
                </a:solidFill>
                <a:latin typeface="Open Sans"/>
                <a:ea typeface="Open Sans"/>
                <a:cs typeface="Open Sans"/>
                <a:sym typeface="Open Sans"/>
              </a:rPr>
              <a:t>on the 2.x line</a:t>
            </a:r>
            <a:endParaRPr sz="1100"/>
          </a:p>
        </p:txBody>
      </p:sp>
      <p:sp>
        <p:nvSpPr>
          <p:cNvPr id="323" name="Google Shape;323;p47"/>
          <p:cNvSpPr txBox="1"/>
          <p:nvPr/>
        </p:nvSpPr>
        <p:spPr>
          <a:xfrm>
            <a:off x="149567" y="1655630"/>
            <a:ext cx="1696424"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dk2"/>
                </a:solidFill>
                <a:latin typeface="Open Sans"/>
                <a:ea typeface="Open Sans"/>
                <a:cs typeface="Open Sans"/>
                <a:sym typeface="Open Sans"/>
              </a:rPr>
              <a:t>6</a:t>
            </a:r>
            <a:endParaRPr sz="1100"/>
          </a:p>
        </p:txBody>
      </p:sp>
      <p:sp>
        <p:nvSpPr>
          <p:cNvPr id="324" name="Google Shape;324;p47"/>
          <p:cNvSpPr txBox="1"/>
          <p:nvPr/>
        </p:nvSpPr>
        <p:spPr>
          <a:xfrm>
            <a:off x="3054414" y="2385481"/>
            <a:ext cx="1866064" cy="530915"/>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rgbClr val="006DD8"/>
                </a:solidFill>
                <a:latin typeface="Open Sans"/>
                <a:ea typeface="Open Sans"/>
                <a:cs typeface="Open Sans"/>
                <a:sym typeface="Open Sans"/>
              </a:rPr>
              <a:t>new user groups launched</a:t>
            </a:r>
            <a:endParaRPr sz="1100"/>
          </a:p>
        </p:txBody>
      </p:sp>
      <p:sp>
        <p:nvSpPr>
          <p:cNvPr id="325" name="Google Shape;325;p47"/>
          <p:cNvSpPr txBox="1"/>
          <p:nvPr/>
        </p:nvSpPr>
        <p:spPr>
          <a:xfrm>
            <a:off x="3521425" y="1655630"/>
            <a:ext cx="932042"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dk2"/>
                </a:solidFill>
                <a:latin typeface="Open Sans"/>
                <a:ea typeface="Open Sans"/>
                <a:cs typeface="Open Sans"/>
                <a:sym typeface="Open Sans"/>
              </a:rPr>
              <a:t>9</a:t>
            </a:r>
            <a:endParaRPr sz="1100"/>
          </a:p>
        </p:txBody>
      </p:sp>
      <p:sp>
        <p:nvSpPr>
          <p:cNvPr id="326" name="Google Shape;326;p47"/>
          <p:cNvSpPr txBox="1"/>
          <p:nvPr/>
        </p:nvSpPr>
        <p:spPr>
          <a:xfrm>
            <a:off x="4731113" y="2389931"/>
            <a:ext cx="2244643" cy="530915"/>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rgbClr val="006DD8"/>
                </a:solidFill>
                <a:latin typeface="Open Sans"/>
                <a:ea typeface="Open Sans"/>
                <a:cs typeface="Open Sans"/>
                <a:sym typeface="Open Sans"/>
              </a:rPr>
              <a:t>year-over-year increase in project downloads</a:t>
            </a:r>
            <a:endParaRPr sz="1100"/>
          </a:p>
        </p:txBody>
      </p:sp>
      <p:sp>
        <p:nvSpPr>
          <p:cNvPr id="327" name="Google Shape;327;p47"/>
          <p:cNvSpPr txBox="1"/>
          <p:nvPr/>
        </p:nvSpPr>
        <p:spPr>
          <a:xfrm>
            <a:off x="5005223" y="1660081"/>
            <a:ext cx="1696424"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dk2"/>
                </a:solidFill>
                <a:latin typeface="Open Sans"/>
                <a:ea typeface="Open Sans"/>
                <a:cs typeface="Open Sans"/>
                <a:sym typeface="Open Sans"/>
              </a:rPr>
              <a:t>28%</a:t>
            </a:r>
            <a:endParaRPr sz="1100"/>
          </a:p>
        </p:txBody>
      </p:sp>
      <p:sp>
        <p:nvSpPr>
          <p:cNvPr id="328" name="Google Shape;328;p47"/>
          <p:cNvSpPr txBox="1"/>
          <p:nvPr/>
        </p:nvSpPr>
        <p:spPr>
          <a:xfrm>
            <a:off x="7042256" y="2386965"/>
            <a:ext cx="1696424" cy="530915"/>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rgbClr val="006DD8"/>
                </a:solidFill>
                <a:latin typeface="Open Sans"/>
                <a:ea typeface="Open Sans"/>
                <a:cs typeface="Open Sans"/>
                <a:sym typeface="Open Sans"/>
              </a:rPr>
              <a:t>new OpenSearch Forum members</a:t>
            </a:r>
            <a:endParaRPr sz="1100"/>
          </a:p>
        </p:txBody>
      </p:sp>
      <p:sp>
        <p:nvSpPr>
          <p:cNvPr id="329" name="Google Shape;329;p47"/>
          <p:cNvSpPr txBox="1"/>
          <p:nvPr/>
        </p:nvSpPr>
        <p:spPr>
          <a:xfrm>
            <a:off x="6604453" y="1657115"/>
            <a:ext cx="2572031"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dk2"/>
                </a:solidFill>
                <a:latin typeface="Open Sans"/>
                <a:ea typeface="Open Sans"/>
                <a:cs typeface="Open Sans"/>
                <a:sym typeface="Open Sans"/>
              </a:rPr>
              <a:t>1,500+</a:t>
            </a:r>
            <a:endParaRPr sz="1100"/>
          </a:p>
        </p:txBody>
      </p:sp>
      <p:sp>
        <p:nvSpPr>
          <p:cNvPr id="330" name="Google Shape;330;p47"/>
          <p:cNvSpPr txBox="1"/>
          <p:nvPr/>
        </p:nvSpPr>
        <p:spPr>
          <a:xfrm>
            <a:off x="432604" y="3839687"/>
            <a:ext cx="1742598" cy="76174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rgbClr val="006DD8"/>
                </a:solidFill>
                <a:latin typeface="Open Sans"/>
                <a:ea typeface="Open Sans"/>
                <a:cs typeface="Open Sans"/>
                <a:sym typeface="Open Sans"/>
              </a:rPr>
              <a:t>new OpenSearch Community Slack members</a:t>
            </a:r>
            <a:endParaRPr sz="1100"/>
          </a:p>
        </p:txBody>
      </p:sp>
      <p:sp>
        <p:nvSpPr>
          <p:cNvPr id="331" name="Google Shape;331;p47"/>
          <p:cNvSpPr txBox="1"/>
          <p:nvPr/>
        </p:nvSpPr>
        <p:spPr>
          <a:xfrm>
            <a:off x="192881" y="3109837"/>
            <a:ext cx="2222045"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dk2"/>
                </a:solidFill>
                <a:latin typeface="Open Sans"/>
                <a:ea typeface="Open Sans"/>
                <a:cs typeface="Open Sans"/>
                <a:sym typeface="Open Sans"/>
              </a:rPr>
              <a:t>1,700+</a:t>
            </a:r>
            <a:endParaRPr sz="1100"/>
          </a:p>
        </p:txBody>
      </p:sp>
      <p:sp>
        <p:nvSpPr>
          <p:cNvPr id="332" name="Google Shape;332;p47"/>
          <p:cNvSpPr txBox="1"/>
          <p:nvPr/>
        </p:nvSpPr>
        <p:spPr>
          <a:xfrm>
            <a:off x="2623035" y="3839687"/>
            <a:ext cx="1611534" cy="76174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rgbClr val="006DD8"/>
                </a:solidFill>
                <a:latin typeface="Open Sans"/>
                <a:ea typeface="Open Sans"/>
                <a:cs typeface="Open Sans"/>
                <a:sym typeface="Open Sans"/>
              </a:rPr>
              <a:t>organizations contributed to the codebase</a:t>
            </a:r>
            <a:endParaRPr sz="1100"/>
          </a:p>
        </p:txBody>
      </p:sp>
      <p:sp>
        <p:nvSpPr>
          <p:cNvPr id="333" name="Google Shape;333;p47"/>
          <p:cNvSpPr txBox="1"/>
          <p:nvPr/>
        </p:nvSpPr>
        <p:spPr>
          <a:xfrm>
            <a:off x="2580590" y="3109837"/>
            <a:ext cx="1696424"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dk2"/>
                </a:solidFill>
                <a:latin typeface="Open Sans"/>
                <a:ea typeface="Open Sans"/>
                <a:cs typeface="Open Sans"/>
                <a:sym typeface="Open Sans"/>
              </a:rPr>
              <a:t>225+</a:t>
            </a:r>
            <a:endParaRPr sz="1100"/>
          </a:p>
        </p:txBody>
      </p:sp>
      <p:sp>
        <p:nvSpPr>
          <p:cNvPr id="334" name="Google Shape;334;p47"/>
          <p:cNvSpPr txBox="1"/>
          <p:nvPr/>
        </p:nvSpPr>
        <p:spPr>
          <a:xfrm>
            <a:off x="4550382" y="3839687"/>
            <a:ext cx="1863498" cy="76174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rgbClr val="006DD8"/>
                </a:solidFill>
                <a:latin typeface="Open Sans"/>
                <a:ea typeface="Open Sans"/>
                <a:cs typeface="Open Sans"/>
                <a:sym typeface="Open Sans"/>
              </a:rPr>
              <a:t>total contributions from the community</a:t>
            </a:r>
            <a:endParaRPr sz="1100"/>
          </a:p>
        </p:txBody>
      </p:sp>
      <p:sp>
        <p:nvSpPr>
          <p:cNvPr id="335" name="Google Shape;335;p47"/>
          <p:cNvSpPr txBox="1"/>
          <p:nvPr/>
        </p:nvSpPr>
        <p:spPr>
          <a:xfrm>
            <a:off x="4369304" y="3109837"/>
            <a:ext cx="2235149"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dk2"/>
                </a:solidFill>
                <a:latin typeface="Open Sans"/>
                <a:ea typeface="Open Sans"/>
                <a:cs typeface="Open Sans"/>
                <a:sym typeface="Open Sans"/>
              </a:rPr>
              <a:t>13,000</a:t>
            </a:r>
            <a:endParaRPr sz="1100"/>
          </a:p>
        </p:txBody>
      </p:sp>
      <p:sp>
        <p:nvSpPr>
          <p:cNvPr id="336" name="Google Shape;336;p47"/>
          <p:cNvSpPr txBox="1"/>
          <p:nvPr/>
        </p:nvSpPr>
        <p:spPr>
          <a:xfrm>
            <a:off x="7068046" y="3839687"/>
            <a:ext cx="1270234" cy="76174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rgbClr val="006DD8"/>
                </a:solidFill>
                <a:latin typeface="Open Sans"/>
                <a:ea typeface="Open Sans"/>
                <a:cs typeface="Open Sans"/>
                <a:sym typeface="Open Sans"/>
              </a:rPr>
              <a:t>increase in web site traffic</a:t>
            </a:r>
            <a:endParaRPr sz="1100"/>
          </a:p>
        </p:txBody>
      </p:sp>
      <p:sp>
        <p:nvSpPr>
          <p:cNvPr id="337" name="Google Shape;337;p47"/>
          <p:cNvSpPr txBox="1"/>
          <p:nvPr/>
        </p:nvSpPr>
        <p:spPr>
          <a:xfrm>
            <a:off x="6975756" y="3109837"/>
            <a:ext cx="1454813"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dk2"/>
                </a:solidFill>
                <a:latin typeface="Open Sans"/>
                <a:ea typeface="Open Sans"/>
                <a:cs typeface="Open Sans"/>
                <a:sym typeface="Open Sans"/>
              </a:rPr>
              <a:t>25%</a:t>
            </a:r>
            <a:endParaRPr sz="1100"/>
          </a:p>
        </p:txBody>
      </p:sp>
      <p:sp>
        <p:nvSpPr>
          <p:cNvPr id="338" name="Google Shape;338;p47"/>
          <p:cNvSpPr txBox="1"/>
          <p:nvPr/>
        </p:nvSpPr>
        <p:spPr>
          <a:xfrm>
            <a:off x="1731729" y="2385481"/>
            <a:ext cx="1615638" cy="530915"/>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a:solidFill>
                  <a:schemeClr val="accent5"/>
                </a:solidFill>
                <a:latin typeface="Open Sans"/>
                <a:ea typeface="Open Sans"/>
                <a:cs typeface="Open Sans"/>
                <a:sym typeface="Open Sans"/>
              </a:rPr>
              <a:t>new releases</a:t>
            </a:r>
            <a:br>
              <a:rPr lang="en-GB" sz="1500">
                <a:solidFill>
                  <a:schemeClr val="accent5"/>
                </a:solidFill>
                <a:latin typeface="Open Sans"/>
                <a:ea typeface="Open Sans"/>
                <a:cs typeface="Open Sans"/>
                <a:sym typeface="Open Sans"/>
              </a:rPr>
            </a:br>
            <a:r>
              <a:rPr lang="en-GB" sz="1500">
                <a:solidFill>
                  <a:schemeClr val="accent5"/>
                </a:solidFill>
                <a:latin typeface="Open Sans"/>
                <a:ea typeface="Open Sans"/>
                <a:cs typeface="Open Sans"/>
                <a:sym typeface="Open Sans"/>
              </a:rPr>
              <a:t>on the 3.x line</a:t>
            </a:r>
            <a:endParaRPr sz="1100"/>
          </a:p>
        </p:txBody>
      </p:sp>
      <p:sp>
        <p:nvSpPr>
          <p:cNvPr id="339" name="Google Shape;339;p47"/>
          <p:cNvSpPr txBox="1"/>
          <p:nvPr/>
        </p:nvSpPr>
        <p:spPr>
          <a:xfrm>
            <a:off x="1691336" y="1655630"/>
            <a:ext cx="1696424"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5000" b="1">
                <a:solidFill>
                  <a:schemeClr val="accent5"/>
                </a:solidFill>
                <a:latin typeface="Open Sans"/>
                <a:ea typeface="Open Sans"/>
                <a:cs typeface="Open Sans"/>
                <a:sym typeface="Open Sans"/>
              </a:rPr>
              <a:t>3</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305"/>
        <p:cNvGrpSpPr/>
        <p:nvPr/>
      </p:nvGrpSpPr>
      <p:grpSpPr>
        <a:xfrm>
          <a:off x="0" y="0"/>
          <a:ext cx="0" cy="0"/>
          <a:chOff x="0" y="0"/>
          <a:chExt cx="0" cy="0"/>
        </a:xfrm>
      </p:grpSpPr>
      <p:sp>
        <p:nvSpPr>
          <p:cNvPr id="306" name="Google Shape;306;p45"/>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115000"/>
              </a:lnSpc>
              <a:spcBef>
                <a:spcPts val="2400"/>
              </a:spcBef>
              <a:spcAft>
                <a:spcPts val="600"/>
              </a:spcAft>
              <a:buNone/>
            </a:pPr>
            <a:r>
              <a:rPr lang="en-GB" sz="2300" b="1">
                <a:solidFill>
                  <a:srgbClr val="000000"/>
                </a:solidFill>
                <a:latin typeface="Arial"/>
                <a:ea typeface="Arial"/>
                <a:cs typeface="Arial"/>
                <a:sym typeface="Arial"/>
              </a:rPr>
              <a:t>How Maintainers Can Enable Contributors</a:t>
            </a:r>
            <a:endParaRPr sz="2400"/>
          </a:p>
        </p:txBody>
      </p:sp>
      <p:sp>
        <p:nvSpPr>
          <p:cNvPr id="307" name="Google Shape;307;p45"/>
          <p:cNvSpPr txBox="1"/>
          <p:nvPr/>
        </p:nvSpPr>
        <p:spPr>
          <a:xfrm>
            <a:off x="1486325" y="1182125"/>
            <a:ext cx="5432400" cy="2268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100"/>
              <a:t>Kris </a:t>
            </a:r>
            <a:br>
              <a:rPr lang="en-GB" sz="1100"/>
            </a:br>
            <a:r>
              <a:rPr lang="en-GB" sz="1100"/>
              <a:t>Topics:</a:t>
            </a:r>
            <a:endParaRPr sz="1100"/>
          </a:p>
          <a:p>
            <a:pPr marL="457200" lvl="0" indent="-298450" algn="l" rtl="0">
              <a:lnSpc>
                <a:spcPct val="115000"/>
              </a:lnSpc>
              <a:spcBef>
                <a:spcPts val="1200"/>
              </a:spcBef>
              <a:spcAft>
                <a:spcPts val="0"/>
              </a:spcAft>
              <a:buSzPts val="1100"/>
              <a:buChar char="●"/>
            </a:pPr>
            <a:r>
              <a:rPr lang="en-GB" sz="1100"/>
              <a:t>labeling issues</a:t>
            </a:r>
            <a:endParaRPr sz="1100"/>
          </a:p>
          <a:p>
            <a:pPr marL="457200" lvl="0" indent="-298450" algn="l" rtl="0">
              <a:lnSpc>
                <a:spcPct val="115000"/>
              </a:lnSpc>
              <a:spcBef>
                <a:spcPts val="0"/>
              </a:spcBef>
              <a:spcAft>
                <a:spcPts val="0"/>
              </a:spcAft>
              <a:buSzPts val="1100"/>
              <a:buChar char="●"/>
            </a:pPr>
            <a:r>
              <a:rPr lang="en-GB" sz="1100"/>
              <a:t>mentorship</a:t>
            </a:r>
            <a:endParaRPr sz="1100"/>
          </a:p>
          <a:p>
            <a:pPr marL="457200" lvl="0" indent="-298450" algn="l" rtl="0">
              <a:lnSpc>
                <a:spcPct val="115000"/>
              </a:lnSpc>
              <a:spcBef>
                <a:spcPts val="0"/>
              </a:spcBef>
              <a:spcAft>
                <a:spcPts val="0"/>
              </a:spcAft>
              <a:buSzPts val="1100"/>
              <a:buChar char="●"/>
            </a:pPr>
            <a:r>
              <a:rPr lang="en-GB" sz="1100"/>
              <a:t>onboarding docs</a:t>
            </a:r>
            <a:endParaRPr sz="1100"/>
          </a:p>
          <a:p>
            <a:pPr marL="457200" lvl="0" indent="-298450" algn="l" rtl="0">
              <a:lnSpc>
                <a:spcPct val="115000"/>
              </a:lnSpc>
              <a:spcBef>
                <a:spcPts val="0"/>
              </a:spcBef>
              <a:spcAft>
                <a:spcPts val="0"/>
              </a:spcAft>
              <a:buSzPts val="1100"/>
              <a:buChar char="●"/>
            </a:pPr>
            <a:r>
              <a:rPr lang="en-GB" sz="1100"/>
              <a:t>response etiquette</a:t>
            </a:r>
            <a:endParaRPr sz="1100"/>
          </a:p>
          <a:p>
            <a:pPr marL="457200" lvl="0" indent="-298450" algn="l" rtl="0">
              <a:lnSpc>
                <a:spcPct val="115000"/>
              </a:lnSpc>
              <a:spcBef>
                <a:spcPts val="0"/>
              </a:spcBef>
              <a:spcAft>
                <a:spcPts val="0"/>
              </a:spcAft>
              <a:buSzPts val="1100"/>
              <a:buChar char="●"/>
            </a:pPr>
            <a:r>
              <a:rPr lang="en-GB" sz="1100"/>
              <a:t>inclusive reviews</a:t>
            </a:r>
            <a:endParaRPr sz="1100"/>
          </a:p>
          <a:p>
            <a:pPr marL="457200" lvl="0" indent="-298450" algn="l" rtl="0">
              <a:lnSpc>
                <a:spcPct val="115000"/>
              </a:lnSpc>
              <a:spcBef>
                <a:spcPts val="0"/>
              </a:spcBef>
              <a:spcAft>
                <a:spcPts val="0"/>
              </a:spcAft>
              <a:buSzPts val="1100"/>
              <a:buChar char="●"/>
            </a:pPr>
            <a:r>
              <a:rPr lang="en-GB" sz="1100"/>
              <a:t>contribution pathways</a:t>
            </a:r>
            <a:endParaRPr sz="1100"/>
          </a:p>
          <a:p>
            <a:pPr marL="0" lvl="0" indent="0" algn="l" rtl="0">
              <a:lnSpc>
                <a:spcPct val="115000"/>
              </a:lnSpc>
              <a:spcBef>
                <a:spcPts val="1200"/>
              </a:spcBef>
              <a:spcAft>
                <a:spcPts val="1200"/>
              </a:spcAft>
              <a:buNone/>
            </a:pP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311"/>
        <p:cNvGrpSpPr/>
        <p:nvPr/>
      </p:nvGrpSpPr>
      <p:grpSpPr>
        <a:xfrm>
          <a:off x="0" y="0"/>
          <a:ext cx="0" cy="0"/>
          <a:chOff x="0" y="0"/>
          <a:chExt cx="0" cy="0"/>
        </a:xfrm>
      </p:grpSpPr>
      <p:sp>
        <p:nvSpPr>
          <p:cNvPr id="312" name="Google Shape;312;p46"/>
          <p:cNvSpPr txBox="1">
            <a:spLocks noGrp="1"/>
          </p:cNvSpPr>
          <p:nvPr>
            <p:ph type="title"/>
          </p:nvPr>
        </p:nvSpPr>
        <p:spPr>
          <a:xfrm>
            <a:off x="628650" y="349001"/>
            <a:ext cx="7886700" cy="365100"/>
          </a:xfrm>
          <a:prstGeom prst="rect">
            <a:avLst/>
          </a:prstGeom>
          <a:noFill/>
          <a:ln>
            <a:noFill/>
          </a:ln>
        </p:spPr>
        <p:txBody>
          <a:bodyPr spcFirstLastPara="1" wrap="square" lIns="68575" tIns="34275" rIns="68575" bIns="34275" anchor="ctr" anchorCtr="0">
            <a:noAutofit/>
          </a:bodyPr>
          <a:lstStyle/>
          <a:p>
            <a:pPr marL="0" lvl="0" indent="0" algn="l" rtl="0">
              <a:lnSpc>
                <a:spcPct val="115000"/>
              </a:lnSpc>
              <a:spcBef>
                <a:spcPts val="2400"/>
              </a:spcBef>
              <a:spcAft>
                <a:spcPts val="600"/>
              </a:spcAft>
              <a:buNone/>
            </a:pPr>
            <a:r>
              <a:rPr lang="en-GB" sz="2300" b="1">
                <a:solidFill>
                  <a:srgbClr val="000000"/>
                </a:solidFill>
                <a:latin typeface="Arial"/>
                <a:ea typeface="Arial"/>
                <a:cs typeface="Arial"/>
                <a:sym typeface="Arial"/>
              </a:rPr>
              <a:t>Sustainability in Open Search Ecosystem</a:t>
            </a:r>
            <a:endParaRPr sz="2400"/>
          </a:p>
        </p:txBody>
      </p:sp>
      <p:sp>
        <p:nvSpPr>
          <p:cNvPr id="313" name="Google Shape;313;p46"/>
          <p:cNvSpPr txBox="1"/>
          <p:nvPr/>
        </p:nvSpPr>
        <p:spPr>
          <a:xfrm>
            <a:off x="1486325" y="1182125"/>
            <a:ext cx="5432400" cy="2268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GB" sz="1100"/>
              <a:t>Kris </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343"/>
        <p:cNvGrpSpPr/>
        <p:nvPr/>
      </p:nvGrpSpPr>
      <p:grpSpPr>
        <a:xfrm>
          <a:off x="0" y="0"/>
          <a:ext cx="0" cy="0"/>
          <a:chOff x="0" y="0"/>
          <a:chExt cx="0" cy="0"/>
        </a:xfrm>
      </p:grpSpPr>
      <p:sp>
        <p:nvSpPr>
          <p:cNvPr id="344" name="Google Shape;344;p48"/>
          <p:cNvSpPr txBox="1">
            <a:spLocks noGrp="1"/>
          </p:cNvSpPr>
          <p:nvPr>
            <p:ph type="title"/>
          </p:nvPr>
        </p:nvSpPr>
        <p:spPr>
          <a:xfrm>
            <a:off x="4677966" y="744140"/>
            <a:ext cx="3838575" cy="1343025"/>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lt1"/>
              </a:buClr>
              <a:buSzPts val="3000"/>
              <a:buFont typeface="Open Sans ExtraBold"/>
              <a:buNone/>
            </a:pPr>
            <a:r>
              <a:rPr lang="en-GB" sz="3000"/>
              <a:t>Contributions!</a:t>
            </a:r>
            <a:endParaRPr/>
          </a:p>
        </p:txBody>
      </p:sp>
      <p:sp>
        <p:nvSpPr>
          <p:cNvPr id="345" name="Google Shape;345;p48"/>
          <p:cNvSpPr txBox="1">
            <a:spLocks noGrp="1"/>
          </p:cNvSpPr>
          <p:nvPr>
            <p:ph type="body" idx="2"/>
          </p:nvPr>
        </p:nvSpPr>
        <p:spPr>
          <a:xfrm>
            <a:off x="4458891" y="2676524"/>
            <a:ext cx="3569509" cy="1068106"/>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chemeClr val="lt1"/>
              </a:buClr>
              <a:buSzPts val="2700"/>
              <a:buNone/>
            </a:pPr>
            <a:r>
              <a:rPr lang="en-GB" sz="2700"/>
              <a:t>How have people contributed so far?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350"/>
        <p:cNvGrpSpPr/>
        <p:nvPr/>
      </p:nvGrpSpPr>
      <p:grpSpPr>
        <a:xfrm>
          <a:off x="0" y="0"/>
          <a:ext cx="0" cy="0"/>
          <a:chOff x="0" y="0"/>
          <a:chExt cx="0" cy="0"/>
        </a:xfrm>
      </p:grpSpPr>
      <p:sp>
        <p:nvSpPr>
          <p:cNvPr id="351" name="Google Shape;351;p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Open Sans ExtraBold"/>
              <a:buNone/>
            </a:pPr>
            <a:r>
              <a:rPr lang="en-GB"/>
              <a:t>Rewrite a section of the project!</a:t>
            </a:r>
            <a:br>
              <a:rPr lang="en-GB"/>
            </a:br>
            <a:r>
              <a:rPr lang="en-GB" sz="2000" u="sng">
                <a:solidFill>
                  <a:schemeClr val="hlink"/>
                </a:solidFill>
                <a:hlinkClick r:id="rId3"/>
              </a:rPr>
              <a:t>opensearch-go#421</a:t>
            </a:r>
            <a:r>
              <a:rPr lang="en-GB" sz="2000"/>
              <a:t> </a:t>
            </a:r>
            <a:endParaRPr/>
          </a:p>
        </p:txBody>
      </p:sp>
      <p:pic>
        <p:nvPicPr>
          <p:cNvPr id="352" name="Google Shape;352;p49"/>
          <p:cNvPicPr preferRelativeResize="0">
            <a:picLocks noGrp="1"/>
          </p:cNvPicPr>
          <p:nvPr>
            <p:ph type="body" idx="1"/>
          </p:nvPr>
        </p:nvPicPr>
        <p:blipFill rotWithShape="1">
          <a:blip r:embed="rId4">
            <a:alphaModFix/>
          </a:blip>
          <a:srcRect/>
          <a:stretch/>
        </p:blipFill>
        <p:spPr>
          <a:xfrm>
            <a:off x="1834433" y="1369219"/>
            <a:ext cx="5475134" cy="3263504"/>
          </a:xfrm>
          <a:prstGeom prst="rect">
            <a:avLst/>
          </a:prstGeom>
          <a:noFill/>
          <a:ln>
            <a:noFill/>
          </a:ln>
        </p:spPr>
      </p:pic>
      <p:pic>
        <p:nvPicPr>
          <p:cNvPr id="353" name="Google Shape;353;p49"/>
          <p:cNvPicPr preferRelativeResize="0"/>
          <p:nvPr/>
        </p:nvPicPr>
        <p:blipFill rotWithShape="1">
          <a:blip r:embed="rId5">
            <a:alphaModFix/>
          </a:blip>
          <a:srcRect/>
          <a:stretch/>
        </p:blipFill>
        <p:spPr>
          <a:xfrm>
            <a:off x="773372" y="2296227"/>
            <a:ext cx="7402498" cy="1409487"/>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58"/>
        <p:cNvGrpSpPr/>
        <p:nvPr/>
      </p:nvGrpSpPr>
      <p:grpSpPr>
        <a:xfrm>
          <a:off x="0" y="0"/>
          <a:ext cx="0" cy="0"/>
          <a:chOff x="0" y="0"/>
          <a:chExt cx="0" cy="0"/>
        </a:xfrm>
      </p:grpSpPr>
      <p:sp>
        <p:nvSpPr>
          <p:cNvPr id="359" name="Google Shape;359;p5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Open Sans ExtraBold"/>
              <a:buNone/>
            </a:pPr>
            <a:r>
              <a:rPr lang="en-GB"/>
              <a:t>Documentation</a:t>
            </a:r>
            <a:br>
              <a:rPr lang="en-GB"/>
            </a:br>
            <a:r>
              <a:rPr lang="en-GB" sz="1800" u="sng">
                <a:solidFill>
                  <a:schemeClr val="hlink"/>
                </a:solidFill>
                <a:hlinkClick r:id="rId3"/>
              </a:rPr>
              <a:t>documentation-website#6702</a:t>
            </a:r>
            <a:r>
              <a:rPr lang="en-GB" sz="1800"/>
              <a:t> </a:t>
            </a:r>
            <a:endParaRPr/>
          </a:p>
        </p:txBody>
      </p:sp>
      <p:pic>
        <p:nvPicPr>
          <p:cNvPr id="360" name="Google Shape;360;p50"/>
          <p:cNvPicPr preferRelativeResize="0">
            <a:picLocks noGrp="1"/>
          </p:cNvPicPr>
          <p:nvPr>
            <p:ph type="body" idx="1"/>
          </p:nvPr>
        </p:nvPicPr>
        <p:blipFill rotWithShape="1">
          <a:blip r:embed="rId4">
            <a:alphaModFix/>
          </a:blip>
          <a:srcRect/>
          <a:stretch/>
        </p:blipFill>
        <p:spPr>
          <a:xfrm>
            <a:off x="1834433" y="1369219"/>
            <a:ext cx="5475134" cy="3263504"/>
          </a:xfrm>
          <a:prstGeom prst="rect">
            <a:avLst/>
          </a:prstGeom>
          <a:noFill/>
          <a:ln>
            <a:noFill/>
          </a:ln>
        </p:spPr>
      </p:pic>
      <p:pic>
        <p:nvPicPr>
          <p:cNvPr id="361" name="Google Shape;361;p50"/>
          <p:cNvPicPr preferRelativeResize="0"/>
          <p:nvPr/>
        </p:nvPicPr>
        <p:blipFill rotWithShape="1">
          <a:blip r:embed="rId5">
            <a:alphaModFix/>
          </a:blip>
          <a:srcRect/>
          <a:stretch/>
        </p:blipFill>
        <p:spPr>
          <a:xfrm>
            <a:off x="628650" y="2670835"/>
            <a:ext cx="5829300" cy="91772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377"/>
        <p:cNvGrpSpPr/>
        <p:nvPr/>
      </p:nvGrpSpPr>
      <p:grpSpPr>
        <a:xfrm>
          <a:off x="0" y="0"/>
          <a:ext cx="0" cy="0"/>
          <a:chOff x="0" y="0"/>
          <a:chExt cx="0" cy="0"/>
        </a:xfrm>
      </p:grpSpPr>
      <p:sp>
        <p:nvSpPr>
          <p:cNvPr id="378" name="Google Shape;378;p52"/>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Open Sans ExtraBold"/>
              <a:buNone/>
            </a:pPr>
            <a:r>
              <a:rPr lang="en-GB"/>
              <a:t>USER_GUIDE + Samples</a:t>
            </a:r>
            <a:endParaRPr/>
          </a:p>
        </p:txBody>
      </p:sp>
      <p:pic>
        <p:nvPicPr>
          <p:cNvPr id="379" name="Google Shape;379;p52"/>
          <p:cNvPicPr preferRelativeResize="0"/>
          <p:nvPr/>
        </p:nvPicPr>
        <p:blipFill rotWithShape="1">
          <a:blip r:embed="rId3">
            <a:alphaModFix/>
          </a:blip>
          <a:srcRect/>
          <a:stretch/>
        </p:blipFill>
        <p:spPr>
          <a:xfrm>
            <a:off x="628650" y="1117384"/>
            <a:ext cx="5829300" cy="3474607"/>
          </a:xfrm>
          <a:prstGeom prst="rect">
            <a:avLst/>
          </a:prstGeom>
          <a:noFill/>
          <a:ln>
            <a:noFill/>
          </a:ln>
        </p:spPr>
      </p:pic>
      <p:pic>
        <p:nvPicPr>
          <p:cNvPr id="380" name="Google Shape;380;p52"/>
          <p:cNvPicPr preferRelativeResize="0"/>
          <p:nvPr/>
        </p:nvPicPr>
        <p:blipFill rotWithShape="1">
          <a:blip r:embed="rId4">
            <a:alphaModFix/>
          </a:blip>
          <a:srcRect/>
          <a:stretch/>
        </p:blipFill>
        <p:spPr>
          <a:xfrm>
            <a:off x="1657350" y="1395049"/>
            <a:ext cx="5829300" cy="347460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385"/>
        <p:cNvGrpSpPr/>
        <p:nvPr/>
      </p:nvGrpSpPr>
      <p:grpSpPr>
        <a:xfrm>
          <a:off x="0" y="0"/>
          <a:ext cx="0" cy="0"/>
          <a:chOff x="0" y="0"/>
          <a:chExt cx="0" cy="0"/>
        </a:xfrm>
      </p:grpSpPr>
      <p:sp>
        <p:nvSpPr>
          <p:cNvPr id="386" name="Google Shape;386;p5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Open Sans ExtraBold"/>
              <a:buNone/>
            </a:pPr>
            <a:r>
              <a:rPr lang="en-GB"/>
              <a:t>RFC</a:t>
            </a:r>
            <a:endParaRPr/>
          </a:p>
        </p:txBody>
      </p:sp>
      <p:pic>
        <p:nvPicPr>
          <p:cNvPr id="387" name="Google Shape;387;p53"/>
          <p:cNvPicPr preferRelativeResize="0"/>
          <p:nvPr/>
        </p:nvPicPr>
        <p:blipFill rotWithShape="1">
          <a:blip r:embed="rId3">
            <a:alphaModFix/>
          </a:blip>
          <a:srcRect/>
          <a:stretch/>
        </p:blipFill>
        <p:spPr>
          <a:xfrm>
            <a:off x="628650" y="1003548"/>
            <a:ext cx="5439466" cy="3474607"/>
          </a:xfrm>
          <a:prstGeom prst="rect">
            <a:avLst/>
          </a:prstGeom>
          <a:noFill/>
          <a:ln>
            <a:noFill/>
          </a:ln>
          <a:effectLst>
            <a:outerShdw blurRad="50800" dist="38100" dir="2700000" algn="tl" rotWithShape="0">
              <a:srgbClr val="000000">
                <a:alpha val="40000"/>
              </a:srgbClr>
            </a:outerShdw>
          </a:effectLst>
        </p:spPr>
      </p:pic>
      <p:pic>
        <p:nvPicPr>
          <p:cNvPr id="388" name="Google Shape;388;p53"/>
          <p:cNvPicPr preferRelativeResize="0"/>
          <p:nvPr/>
        </p:nvPicPr>
        <p:blipFill rotWithShape="1">
          <a:blip r:embed="rId4">
            <a:alphaModFix/>
          </a:blip>
          <a:srcRect/>
          <a:stretch/>
        </p:blipFill>
        <p:spPr>
          <a:xfrm>
            <a:off x="5412641" y="2017102"/>
            <a:ext cx="3013351" cy="2122850"/>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366"/>
        <p:cNvGrpSpPr/>
        <p:nvPr/>
      </p:nvGrpSpPr>
      <p:grpSpPr>
        <a:xfrm>
          <a:off x="0" y="0"/>
          <a:ext cx="0" cy="0"/>
          <a:chOff x="0" y="0"/>
          <a:chExt cx="0" cy="0"/>
        </a:xfrm>
      </p:grpSpPr>
      <p:sp>
        <p:nvSpPr>
          <p:cNvPr id="367" name="Google Shape;367;p5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Open Sans ExtraBold"/>
              <a:buNone/>
            </a:pPr>
            <a:r>
              <a:rPr lang="en-GB"/>
              <a:t>README.md, DEVELOPER_GUIDE.md</a:t>
            </a:r>
            <a:endParaRPr/>
          </a:p>
        </p:txBody>
      </p:sp>
      <p:sp>
        <p:nvSpPr>
          <p:cNvPr id="368" name="Google Shape;368;p51"/>
          <p:cNvSpPr/>
          <p:nvPr/>
        </p:nvSpPr>
        <p:spPr>
          <a:xfrm>
            <a:off x="4457700" y="2457450"/>
            <a:ext cx="228600" cy="2286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Open Sans"/>
              <a:ea typeface="Open Sans"/>
              <a:cs typeface="Open Sans"/>
              <a:sym typeface="Open Sans"/>
            </a:endParaRPr>
          </a:p>
        </p:txBody>
      </p:sp>
      <p:pic>
        <p:nvPicPr>
          <p:cNvPr id="369" name="Google Shape;369;p51"/>
          <p:cNvPicPr preferRelativeResize="0"/>
          <p:nvPr/>
        </p:nvPicPr>
        <p:blipFill rotWithShape="1">
          <a:blip r:embed="rId3">
            <a:alphaModFix/>
          </a:blip>
          <a:srcRect/>
          <a:stretch/>
        </p:blipFill>
        <p:spPr>
          <a:xfrm>
            <a:off x="628650" y="948746"/>
            <a:ext cx="3073574" cy="1832032"/>
          </a:xfrm>
          <a:prstGeom prst="rect">
            <a:avLst/>
          </a:prstGeom>
          <a:noFill/>
          <a:ln>
            <a:noFill/>
          </a:ln>
        </p:spPr>
      </p:pic>
      <p:pic>
        <p:nvPicPr>
          <p:cNvPr id="370" name="Google Shape;370;p51"/>
          <p:cNvPicPr preferRelativeResize="0"/>
          <p:nvPr/>
        </p:nvPicPr>
        <p:blipFill rotWithShape="1">
          <a:blip r:embed="rId4">
            <a:alphaModFix/>
          </a:blip>
          <a:srcRect/>
          <a:stretch/>
        </p:blipFill>
        <p:spPr>
          <a:xfrm>
            <a:off x="330329" y="2457450"/>
            <a:ext cx="3670215" cy="2187665"/>
          </a:xfrm>
          <a:prstGeom prst="rect">
            <a:avLst/>
          </a:prstGeom>
          <a:noFill/>
          <a:ln>
            <a:noFill/>
          </a:ln>
        </p:spPr>
      </p:pic>
      <p:pic>
        <p:nvPicPr>
          <p:cNvPr id="371" name="Google Shape;371;p51"/>
          <p:cNvPicPr preferRelativeResize="0">
            <a:picLocks noGrp="1"/>
          </p:cNvPicPr>
          <p:nvPr>
            <p:ph type="body" idx="1"/>
          </p:nvPr>
        </p:nvPicPr>
        <p:blipFill rotWithShape="1">
          <a:blip r:embed="rId5">
            <a:alphaModFix/>
          </a:blip>
          <a:srcRect/>
          <a:stretch/>
        </p:blipFill>
        <p:spPr>
          <a:xfrm>
            <a:off x="5143456" y="938253"/>
            <a:ext cx="3300608" cy="1967358"/>
          </a:xfrm>
          <a:prstGeom prst="rect">
            <a:avLst/>
          </a:prstGeom>
          <a:noFill/>
          <a:ln>
            <a:noFill/>
          </a:ln>
        </p:spPr>
      </p:pic>
      <p:pic>
        <p:nvPicPr>
          <p:cNvPr id="372" name="Google Shape;372;p51"/>
          <p:cNvPicPr preferRelativeResize="0"/>
          <p:nvPr/>
        </p:nvPicPr>
        <p:blipFill rotWithShape="1">
          <a:blip r:embed="rId6">
            <a:alphaModFix/>
          </a:blip>
          <a:srcRect/>
          <a:stretch/>
        </p:blipFill>
        <p:spPr>
          <a:xfrm>
            <a:off x="4958652" y="2476188"/>
            <a:ext cx="3670215" cy="218766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392"/>
        <p:cNvGrpSpPr/>
        <p:nvPr/>
      </p:nvGrpSpPr>
      <p:grpSpPr>
        <a:xfrm>
          <a:off x="0" y="0"/>
          <a:ext cx="0" cy="0"/>
          <a:chOff x="0" y="0"/>
          <a:chExt cx="0" cy="0"/>
        </a:xfrm>
      </p:grpSpPr>
      <p:sp>
        <p:nvSpPr>
          <p:cNvPr id="393" name="Google Shape;393;p54"/>
          <p:cNvSpPr txBox="1">
            <a:spLocks noGrp="1"/>
          </p:cNvSpPr>
          <p:nvPr>
            <p:ph type="title"/>
          </p:nvPr>
        </p:nvSpPr>
        <p:spPr>
          <a:xfrm>
            <a:off x="628650" y="349001"/>
            <a:ext cx="7886700" cy="364983"/>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400"/>
              <a:buFont typeface="Open Sans ExtraBold"/>
              <a:buNone/>
            </a:pPr>
            <a:r>
              <a:rPr lang="en-GB" sz="2400"/>
              <a:t>Good first issues – Org level</a:t>
            </a:r>
            <a:endParaRPr/>
          </a:p>
        </p:txBody>
      </p:sp>
      <p:sp>
        <p:nvSpPr>
          <p:cNvPr id="394" name="Google Shape;394;p54"/>
          <p:cNvSpPr txBox="1">
            <a:spLocks noGrp="1"/>
          </p:cNvSpPr>
          <p:nvPr>
            <p:ph type="body" idx="2"/>
          </p:nvPr>
        </p:nvSpPr>
        <p:spPr>
          <a:xfrm>
            <a:off x="628649" y="1268016"/>
            <a:ext cx="6633314" cy="2640104"/>
          </a:xfrm>
          <a:prstGeom prst="rect">
            <a:avLst/>
          </a:prstGeom>
          <a:noFill/>
          <a:ln>
            <a:noFill/>
          </a:ln>
        </p:spPr>
        <p:txBody>
          <a:bodyPr spcFirstLastPara="1" wrap="square" lIns="68575" tIns="34275" rIns="68575" bIns="34275" anchor="t" anchorCtr="0">
            <a:normAutofit lnSpcReduction="10000"/>
          </a:bodyPr>
          <a:lstStyle/>
          <a:p>
            <a:pPr marL="177800" lvl="0" indent="-171450" algn="l" rtl="0">
              <a:lnSpc>
                <a:spcPct val="90000"/>
              </a:lnSpc>
              <a:spcBef>
                <a:spcPts val="0"/>
              </a:spcBef>
              <a:spcAft>
                <a:spcPts val="0"/>
              </a:spcAft>
              <a:buClr>
                <a:schemeClr val="dk1"/>
              </a:buClr>
              <a:buSzPts val="2100"/>
              <a:buChar char="•"/>
            </a:pPr>
            <a:r>
              <a:rPr lang="en-GB" u="sng">
                <a:solidFill>
                  <a:schemeClr val="hlink"/>
                </a:solidFill>
                <a:hlinkClick r:id="rId3"/>
              </a:rPr>
              <a:t>Filter </a:t>
            </a:r>
            <a:r>
              <a:rPr lang="en-GB"/>
              <a:t>issues on Github by tag good first issues</a:t>
            </a:r>
            <a:endParaRPr/>
          </a:p>
          <a:p>
            <a:pPr marL="177800" lvl="0" indent="-171450" algn="l" rtl="0">
              <a:lnSpc>
                <a:spcPct val="90000"/>
              </a:lnSpc>
              <a:spcBef>
                <a:spcPts val="800"/>
              </a:spcBef>
              <a:spcAft>
                <a:spcPts val="0"/>
              </a:spcAft>
              <a:buClr>
                <a:schemeClr val="dk1"/>
              </a:buClr>
              <a:buSzPts val="2100"/>
              <a:buChar char="•"/>
            </a:pPr>
            <a:r>
              <a:rPr lang="en-GB"/>
              <a:t>Maintainers of each repo mark things for new contributors (or ‘Help Wanted’)</a:t>
            </a:r>
            <a:endParaRPr/>
          </a:p>
          <a:p>
            <a:pPr marL="177800" lvl="0" indent="-38100" algn="l" rtl="0">
              <a:lnSpc>
                <a:spcPct val="90000"/>
              </a:lnSpc>
              <a:spcBef>
                <a:spcPts val="800"/>
              </a:spcBef>
              <a:spcAft>
                <a:spcPts val="0"/>
              </a:spcAft>
              <a:buClr>
                <a:schemeClr val="dk1"/>
              </a:buClr>
              <a:buSzPts val="2100"/>
              <a:buNone/>
            </a:pPr>
            <a:endParaRPr/>
          </a:p>
          <a:p>
            <a:pPr marL="177800" lvl="0" indent="-171450" algn="l" rtl="0">
              <a:lnSpc>
                <a:spcPct val="90000"/>
              </a:lnSpc>
              <a:spcBef>
                <a:spcPts val="800"/>
              </a:spcBef>
              <a:spcAft>
                <a:spcPts val="0"/>
              </a:spcAft>
              <a:buClr>
                <a:schemeClr val="dk1"/>
              </a:buClr>
              <a:buSzPts val="2100"/>
              <a:buChar char="•"/>
            </a:pPr>
            <a:r>
              <a:rPr lang="en-GB"/>
              <a:t>Across the entire org:</a:t>
            </a:r>
            <a:br>
              <a:rPr lang="en-GB"/>
            </a:br>
            <a:r>
              <a:rPr lang="en-GB" u="sng">
                <a:solidFill>
                  <a:schemeClr val="hlink"/>
                </a:solidFill>
                <a:hlinkClick r:id="rId4"/>
              </a:rPr>
              <a:t>https://github.com/search?q=org%3Aopensearch-project%20is%3Aissue%20is%3Aopen%20label%3A%22good%20first%20issue%22%20&amp;type=issues</a:t>
            </a:r>
            <a:r>
              <a:rPr lang="en-GB"/>
              <a:t> </a:t>
            </a:r>
            <a:endParaRPr/>
          </a:p>
          <a:p>
            <a:pPr marL="177800" lvl="0" indent="-38100" algn="l" rtl="0">
              <a:lnSpc>
                <a:spcPct val="90000"/>
              </a:lnSpc>
              <a:spcBef>
                <a:spcPts val="800"/>
              </a:spcBef>
              <a:spcAft>
                <a:spcPts val="0"/>
              </a:spcAft>
              <a:buClr>
                <a:schemeClr val="dk1"/>
              </a:buClr>
              <a:buSzPts val="2100"/>
              <a:buNone/>
            </a:pPr>
            <a:endParaRPr/>
          </a:p>
        </p:txBody>
      </p:sp>
      <p:grpSp>
        <p:nvGrpSpPr>
          <p:cNvPr id="395" name="Google Shape;395;p54"/>
          <p:cNvGrpSpPr/>
          <p:nvPr/>
        </p:nvGrpSpPr>
        <p:grpSpPr>
          <a:xfrm>
            <a:off x="7308238" y="3423160"/>
            <a:ext cx="1207112" cy="1207112"/>
            <a:chOff x="2862574" y="3440637"/>
            <a:chExt cx="2250301" cy="2250301"/>
          </a:xfrm>
        </p:grpSpPr>
        <p:sp>
          <p:nvSpPr>
            <p:cNvPr id="396" name="Google Shape;396;p54"/>
            <p:cNvSpPr/>
            <p:nvPr/>
          </p:nvSpPr>
          <p:spPr>
            <a:xfrm>
              <a:off x="2862574" y="3440637"/>
              <a:ext cx="2250301" cy="2250301"/>
            </a:xfrm>
            <a:prstGeom prst="roundRect">
              <a:avLst>
                <a:gd name="adj" fmla="val 16667"/>
              </a:avLst>
            </a:prstGeom>
            <a:noFill/>
            <a:ln w="4445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Open Sans"/>
                <a:ea typeface="Open Sans"/>
                <a:cs typeface="Open Sans"/>
                <a:sym typeface="Open Sans"/>
              </a:endParaRPr>
            </a:p>
          </p:txBody>
        </p:sp>
        <p:pic>
          <p:nvPicPr>
            <p:cNvPr id="397" name="Google Shape;397;p54" descr="A qr code with a few squares&#10;&#10;Description automatically generated"/>
            <p:cNvPicPr preferRelativeResize="0"/>
            <p:nvPr/>
          </p:nvPicPr>
          <p:blipFill rotWithShape="1">
            <a:blip r:embed="rId5">
              <a:alphaModFix/>
            </a:blip>
            <a:srcRect/>
            <a:stretch/>
          </p:blipFill>
          <p:spPr>
            <a:xfrm>
              <a:off x="3062715" y="3641967"/>
              <a:ext cx="1850018" cy="1847641"/>
            </a:xfrm>
            <a:prstGeom prst="rect">
              <a:avLst/>
            </a:prstGeom>
            <a:noFill/>
            <a:ln>
              <a:noFill/>
            </a:ln>
          </p:spPr>
        </p:pic>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SC 2023 Bright">
      <a:dk1>
        <a:srgbClr val="033651"/>
      </a:dk1>
      <a:lt1>
        <a:srgbClr val="FFFFFF"/>
      </a:lt1>
      <a:dk2>
        <a:srgbClr val="163F66"/>
      </a:dk2>
      <a:lt2>
        <a:srgbClr val="D9E1E2"/>
      </a:lt2>
      <a:accent1>
        <a:srgbClr val="005EB8"/>
      </a:accent1>
      <a:accent2>
        <a:srgbClr val="F65275"/>
      </a:accent2>
      <a:accent3>
        <a:srgbClr val="94A1A8"/>
      </a:accent3>
      <a:accent4>
        <a:srgbClr val="FFB81C"/>
      </a:accent4>
      <a:accent5>
        <a:srgbClr val="00A3E0"/>
      </a:accent5>
      <a:accent6>
        <a:srgbClr val="2CD5C4"/>
      </a:accent6>
      <a:hlink>
        <a:srgbClr val="0563C1"/>
      </a:hlink>
      <a:folHlink>
        <a:srgbClr val="963C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1751</TotalTime>
  <Words>2630</Words>
  <Application>Microsoft Macintosh PowerPoint</Application>
  <PresentationFormat>On-screen Show (16:9)</PresentationFormat>
  <Paragraphs>292</Paragraphs>
  <Slides>33</Slides>
  <Notes>32</Notes>
  <HiddenSlides>12</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33</vt:i4>
      </vt:variant>
    </vt:vector>
  </HeadingPairs>
  <TitlesOfParts>
    <vt:vector size="46" baseType="lpstr">
      <vt:lpstr>Open Sans ExtraBold</vt:lpstr>
      <vt:lpstr>Montserrat</vt:lpstr>
      <vt:lpstr>Arial</vt:lpstr>
      <vt:lpstr>Open Sans Medium</vt:lpstr>
      <vt:lpstr>Noto Sans Symbols</vt:lpstr>
      <vt:lpstr>Roboto</vt:lpstr>
      <vt:lpstr>Calibri</vt:lpstr>
      <vt:lpstr>Open Sans</vt:lpstr>
      <vt:lpstr>Aptos</vt:lpstr>
      <vt:lpstr>Roboto Medium</vt:lpstr>
      <vt:lpstr>Roboto Thin</vt:lpstr>
      <vt:lpstr>Simple Light</vt:lpstr>
      <vt:lpstr>Office Theme</vt:lpstr>
      <vt:lpstr>Beyond Pull Requests:  How Non-Code Contributions Scale Open-Source Projects</vt:lpstr>
      <vt:lpstr>About Us</vt:lpstr>
      <vt:lpstr>“I want to contribute to open source… but I’m not good enough to write code.”</vt:lpstr>
      <vt:lpstr>Most open source projects don’t struggle because of lack of code. They struggle because of lack of community.</vt:lpstr>
      <vt:lpstr>What Stops Beginners?</vt:lpstr>
      <vt:lpstr>What REALLY Powers Open Source</vt:lpstr>
      <vt:lpstr>Types of Contributions</vt:lpstr>
      <vt:lpstr>My first Design Discussion (RFC)</vt:lpstr>
      <vt:lpstr>My First Issue Raised (Simple yet healthy)</vt:lpstr>
      <vt:lpstr>Putting out my thoughts</vt:lpstr>
      <vt:lpstr>Putting out my thoughts</vt:lpstr>
      <vt:lpstr>Asked out for help, even though sounding dumb</vt:lpstr>
      <vt:lpstr>My Journey so far… miles to go !!</vt:lpstr>
      <vt:lpstr>Small Contributions → Big Impact</vt:lpstr>
      <vt:lpstr>Small Contributions → Big Impact</vt:lpstr>
      <vt:lpstr>Small Contributions → Big Impact</vt:lpstr>
      <vt:lpstr>39 User Groups in 21 Countries</vt:lpstr>
      <vt:lpstr>Look for what interests you</vt:lpstr>
      <vt:lpstr>Small Contributions → Big Impact</vt:lpstr>
      <vt:lpstr>Ways to join the community</vt:lpstr>
      <vt:lpstr>PowerPoint Presentation</vt:lpstr>
      <vt:lpstr>Join the conversation</vt:lpstr>
      <vt:lpstr>Thank you!</vt:lpstr>
      <vt:lpstr>Community Contributions are increasing</vt:lpstr>
      <vt:lpstr>How Maintainers Can Enable Contributors</vt:lpstr>
      <vt:lpstr>Sustainability in Open Search Ecosystem</vt:lpstr>
      <vt:lpstr>Contributions!</vt:lpstr>
      <vt:lpstr>Rewrite a section of the project! opensearch-go#421 </vt:lpstr>
      <vt:lpstr>Documentation documentation-website#6702 </vt:lpstr>
      <vt:lpstr>USER_GUIDE + Samples</vt:lpstr>
      <vt:lpstr>RFC</vt:lpstr>
      <vt:lpstr>README.md, DEVELOPER_GUIDE.md</vt:lpstr>
      <vt:lpstr>Good first issues – Org level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Sakshi Nasha</cp:lastModifiedBy>
  <cp:revision>10</cp:revision>
  <dcterms:modified xsi:type="dcterms:W3CDTF">2026-06-17T04:47:26Z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2026-06-14T11:46:57Z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a350d592-5122-49f8-ab2e-168b7b2d3382</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